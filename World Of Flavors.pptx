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6" r:id="rId4"/>
    <p:sldId id="263" r:id="rId5"/>
    <p:sldId id="267" r:id="rId6"/>
    <p:sldId id="259" r:id="rId7"/>
    <p:sldId id="261" r:id="rId8"/>
    <p:sldId id="264" r:id="rId9"/>
    <p:sldId id="265" r:id="rId10"/>
  </p:sldIdLst>
  <p:sldSz cx="18288000" cy="10287000"/>
  <p:notesSz cx="6858000" cy="9144000"/>
  <p:embeddedFontLst>
    <p:embeddedFont>
      <p:font typeface="Open Sans Bold" panose="020B0604020202020204" charset="0"/>
      <p:regular r:id="rId11"/>
    </p:embeddedFont>
    <p:embeddedFont>
      <p:font typeface="Palatino Linotype" panose="02040502050505030304" pitchFamily="18" charset="0"/>
      <p:regular r:id="rId12"/>
      <p:bold r:id="rId13"/>
      <p:italic r:id="rId14"/>
      <p:boldItalic r:id="rId15"/>
    </p:embeddedFont>
    <p:embeddedFont>
      <p:font typeface="Zuume Rough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400"/>
    <a:srgbClr val="FF7A37"/>
    <a:srgbClr val="EA4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9" autoAdjust="0"/>
    <p:restoredTop sz="94622" autoAdjust="0"/>
  </p:normalViewPr>
  <p:slideViewPr>
    <p:cSldViewPr>
      <p:cViewPr varScale="1">
        <p:scale>
          <a:sx n="60" d="100"/>
          <a:sy n="60" d="100"/>
        </p:scale>
        <p:origin x="238" y="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jpeg"/><Relationship Id="rId7" Type="http://schemas.openxmlformats.org/officeDocument/2006/relationships/image" Target="../media/image5.png"/><Relationship Id="rId12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0.sv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0.sv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4.png"/><Relationship Id="rId2" Type="http://schemas.openxmlformats.org/officeDocument/2006/relationships/image" Target="../media/image1.jpeg"/><Relationship Id="rId16" Type="http://schemas.openxmlformats.org/officeDocument/2006/relationships/image" Target="../media/image26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png"/><Relationship Id="rId5" Type="http://schemas.openxmlformats.org/officeDocument/2006/relationships/image" Target="../media/image8.png"/><Relationship Id="rId15" Type="http://schemas.openxmlformats.org/officeDocument/2006/relationships/image" Target="../media/image3.png"/><Relationship Id="rId10" Type="http://schemas.openxmlformats.org/officeDocument/2006/relationships/image" Target="../media/image21.png"/><Relationship Id="rId19" Type="http://schemas.openxmlformats.org/officeDocument/2006/relationships/image" Target="../media/image10.svg"/><Relationship Id="rId4" Type="http://schemas.openxmlformats.org/officeDocument/2006/relationships/image" Target="../media/image7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12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30.png"/><Relationship Id="rId4" Type="http://schemas.openxmlformats.org/officeDocument/2006/relationships/image" Target="../media/image7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1.jpeg"/><Relationship Id="rId7" Type="http://schemas.openxmlformats.org/officeDocument/2006/relationships/image" Target="../media/image5.png"/><Relationship Id="rId12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sv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2.png"/><Relationship Id="rId3" Type="http://schemas.openxmlformats.org/officeDocument/2006/relationships/image" Target="../media/image32.jpe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3.jpeg"/><Relationship Id="rId7" Type="http://schemas.openxmlformats.org/officeDocument/2006/relationships/image" Target="../media/image6.png"/><Relationship Id="rId12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heworldofrecipes.kesug.com/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35.svg"/><Relationship Id="rId10" Type="http://schemas.openxmlformats.org/officeDocument/2006/relationships/image" Target="../media/image5.png"/><Relationship Id="rId4" Type="http://schemas.openxmlformats.org/officeDocument/2006/relationships/image" Target="../media/image34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70965" y="8097878"/>
            <a:ext cx="434070" cy="1160422"/>
            <a:chOff x="0" y="0"/>
            <a:chExt cx="114323" cy="3056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23" cy="305626"/>
            </a:xfrm>
            <a:custGeom>
              <a:avLst/>
              <a:gdLst/>
              <a:ahLst/>
              <a:cxnLst/>
              <a:rect l="l" t="t" r="r" b="b"/>
              <a:pathLst>
                <a:path w="114323" h="305626">
                  <a:moveTo>
                    <a:pt x="57162" y="0"/>
                  </a:moveTo>
                  <a:lnTo>
                    <a:pt x="57162" y="0"/>
                  </a:lnTo>
                  <a:cubicBezTo>
                    <a:pt x="72322" y="0"/>
                    <a:pt x="86861" y="6022"/>
                    <a:pt x="97581" y="16742"/>
                  </a:cubicBezTo>
                  <a:cubicBezTo>
                    <a:pt x="108301" y="27462"/>
                    <a:pt x="114323" y="42001"/>
                    <a:pt x="114323" y="57162"/>
                  </a:cubicBezTo>
                  <a:lnTo>
                    <a:pt x="114323" y="248464"/>
                  </a:lnTo>
                  <a:cubicBezTo>
                    <a:pt x="114323" y="263624"/>
                    <a:pt x="108301" y="278164"/>
                    <a:pt x="97581" y="288883"/>
                  </a:cubicBezTo>
                  <a:cubicBezTo>
                    <a:pt x="86861" y="299603"/>
                    <a:pt x="72322" y="305626"/>
                    <a:pt x="57162" y="305626"/>
                  </a:cubicBezTo>
                  <a:lnTo>
                    <a:pt x="57162" y="305626"/>
                  </a:lnTo>
                  <a:cubicBezTo>
                    <a:pt x="42001" y="305626"/>
                    <a:pt x="27462" y="299603"/>
                    <a:pt x="16742" y="288883"/>
                  </a:cubicBezTo>
                  <a:cubicBezTo>
                    <a:pt x="6022" y="278164"/>
                    <a:pt x="0" y="263624"/>
                    <a:pt x="0" y="248464"/>
                  </a:cubicBezTo>
                  <a:lnTo>
                    <a:pt x="0" y="57162"/>
                  </a:lnTo>
                  <a:cubicBezTo>
                    <a:pt x="0" y="42001"/>
                    <a:pt x="6022" y="27462"/>
                    <a:pt x="16742" y="16742"/>
                  </a:cubicBezTo>
                  <a:cubicBezTo>
                    <a:pt x="27462" y="6022"/>
                    <a:pt x="42001" y="0"/>
                    <a:pt x="57162" y="0"/>
                  </a:cubicBezTo>
                  <a:close/>
                </a:path>
              </a:pathLst>
            </a:custGeom>
            <a:solidFill>
              <a:srgbClr val="FF54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4323" cy="343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4800" y="541536"/>
            <a:ext cx="17602200" cy="5594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95"/>
              </a:lnSpc>
              <a:spcBef>
                <a:spcPct val="0"/>
              </a:spcBef>
            </a:pPr>
            <a:r>
              <a:rPr lang="en-US" sz="251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world of flavors</a:t>
            </a:r>
          </a:p>
        </p:txBody>
      </p:sp>
      <p:sp>
        <p:nvSpPr>
          <p:cNvPr id="8" name="Freeform 8"/>
          <p:cNvSpPr/>
          <p:nvPr/>
        </p:nvSpPr>
        <p:spPr>
          <a:xfrm>
            <a:off x="6168191" y="3643214"/>
            <a:ext cx="1210184" cy="4454664"/>
          </a:xfrm>
          <a:custGeom>
            <a:avLst/>
            <a:gdLst/>
            <a:ahLst/>
            <a:cxnLst/>
            <a:rect l="l" t="t" r="r" b="b"/>
            <a:pathLst>
              <a:path w="1210184" h="4454664">
                <a:moveTo>
                  <a:pt x="0" y="0"/>
                </a:moveTo>
                <a:lnTo>
                  <a:pt x="1210184" y="0"/>
                </a:lnTo>
                <a:lnTo>
                  <a:pt x="1210184" y="4454664"/>
                </a:lnTo>
                <a:lnTo>
                  <a:pt x="0" y="4454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000984">
            <a:off x="12994144" y="5030661"/>
            <a:ext cx="2229585" cy="6439233"/>
          </a:xfrm>
          <a:custGeom>
            <a:avLst/>
            <a:gdLst/>
            <a:ahLst/>
            <a:cxnLst/>
            <a:rect l="l" t="t" r="r" b="b"/>
            <a:pathLst>
              <a:path w="2229585" h="6439233">
                <a:moveTo>
                  <a:pt x="0" y="0"/>
                </a:moveTo>
                <a:lnTo>
                  <a:pt x="2229585" y="0"/>
                </a:lnTo>
                <a:lnTo>
                  <a:pt x="2229585" y="6439233"/>
                </a:lnTo>
                <a:lnTo>
                  <a:pt x="0" y="6439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700000" flipH="1">
            <a:off x="3368845" y="4793252"/>
            <a:ext cx="2229585" cy="6439233"/>
          </a:xfrm>
          <a:custGeom>
            <a:avLst/>
            <a:gdLst/>
            <a:ahLst/>
            <a:cxnLst/>
            <a:rect l="l" t="t" r="r" b="b"/>
            <a:pathLst>
              <a:path w="2229585" h="6439233">
                <a:moveTo>
                  <a:pt x="2229584" y="0"/>
                </a:moveTo>
                <a:lnTo>
                  <a:pt x="0" y="0"/>
                </a:lnTo>
                <a:lnTo>
                  <a:pt x="0" y="6439234"/>
                </a:lnTo>
                <a:lnTo>
                  <a:pt x="2229584" y="6439234"/>
                </a:lnTo>
                <a:lnTo>
                  <a:pt x="222958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0802646" y="3795614"/>
            <a:ext cx="1210184" cy="4454664"/>
          </a:xfrm>
          <a:custGeom>
            <a:avLst/>
            <a:gdLst/>
            <a:ahLst/>
            <a:cxnLst/>
            <a:rect l="l" t="t" r="r" b="b"/>
            <a:pathLst>
              <a:path w="1210184" h="4454664">
                <a:moveTo>
                  <a:pt x="1210184" y="0"/>
                </a:moveTo>
                <a:lnTo>
                  <a:pt x="0" y="0"/>
                </a:lnTo>
                <a:lnTo>
                  <a:pt x="0" y="4454664"/>
                </a:lnTo>
                <a:lnTo>
                  <a:pt x="1210184" y="4454664"/>
                </a:lnTo>
                <a:lnTo>
                  <a:pt x="121018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686907" y="3795614"/>
            <a:ext cx="2338769" cy="3841921"/>
          </a:xfrm>
          <a:custGeom>
            <a:avLst/>
            <a:gdLst/>
            <a:ahLst/>
            <a:cxnLst/>
            <a:rect l="l" t="t" r="r" b="b"/>
            <a:pathLst>
              <a:path w="2338769" h="3841921">
                <a:moveTo>
                  <a:pt x="0" y="0"/>
                </a:moveTo>
                <a:lnTo>
                  <a:pt x="2338769" y="0"/>
                </a:lnTo>
                <a:lnTo>
                  <a:pt x="2338769" y="3841920"/>
                </a:lnTo>
                <a:lnTo>
                  <a:pt x="0" y="384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2099205" y="3494458"/>
            <a:ext cx="2338769" cy="3841921"/>
          </a:xfrm>
          <a:custGeom>
            <a:avLst/>
            <a:gdLst/>
            <a:ahLst/>
            <a:cxnLst/>
            <a:rect l="l" t="t" r="r" b="b"/>
            <a:pathLst>
              <a:path w="2338769" h="3841921">
                <a:moveTo>
                  <a:pt x="2338769" y="0"/>
                </a:moveTo>
                <a:lnTo>
                  <a:pt x="0" y="0"/>
                </a:lnTo>
                <a:lnTo>
                  <a:pt x="0" y="3841920"/>
                </a:lnTo>
                <a:lnTo>
                  <a:pt x="2338769" y="3841920"/>
                </a:lnTo>
                <a:lnTo>
                  <a:pt x="2338769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674392" y="5061537"/>
            <a:ext cx="2361048" cy="2098382"/>
          </a:xfrm>
          <a:custGeom>
            <a:avLst/>
            <a:gdLst/>
            <a:ahLst/>
            <a:cxnLst/>
            <a:rect l="l" t="t" r="r" b="b"/>
            <a:pathLst>
              <a:path w="2361048" h="2098382">
                <a:moveTo>
                  <a:pt x="0" y="0"/>
                </a:moveTo>
                <a:lnTo>
                  <a:pt x="2361049" y="0"/>
                </a:lnTo>
                <a:lnTo>
                  <a:pt x="2361049" y="2098381"/>
                </a:lnTo>
                <a:lnTo>
                  <a:pt x="0" y="20983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5268951" flipH="1" flipV="1">
            <a:off x="16002181" y="4514781"/>
            <a:ext cx="2781892" cy="1801275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5"/>
                </a:moveTo>
                <a:lnTo>
                  <a:pt x="0" y="1801275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5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28670" y="1850803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0" y="0"/>
                </a:moveTo>
                <a:lnTo>
                  <a:pt x="937279" y="0"/>
                </a:lnTo>
                <a:lnTo>
                  <a:pt x="937279" y="939237"/>
                </a:lnTo>
                <a:lnTo>
                  <a:pt x="0" y="9392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15102531" y="7895764"/>
            <a:ext cx="1251877" cy="1254491"/>
          </a:xfrm>
          <a:custGeom>
            <a:avLst/>
            <a:gdLst/>
            <a:ahLst/>
            <a:cxnLst/>
            <a:rect l="l" t="t" r="r" b="b"/>
            <a:pathLst>
              <a:path w="1251877" h="1254491">
                <a:moveTo>
                  <a:pt x="1251877" y="0"/>
                </a:moveTo>
                <a:lnTo>
                  <a:pt x="0" y="0"/>
                </a:lnTo>
                <a:lnTo>
                  <a:pt x="0" y="1254490"/>
                </a:lnTo>
                <a:lnTo>
                  <a:pt x="1251877" y="1254490"/>
                </a:lnTo>
                <a:lnTo>
                  <a:pt x="1251877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5571063">
            <a:off x="15770799" y="1798865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8" y="0"/>
                </a:lnTo>
                <a:lnTo>
                  <a:pt x="1738738" y="1859614"/>
                </a:lnTo>
                <a:lnTo>
                  <a:pt x="0" y="1859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4438069" flipH="1">
            <a:off x="1886023" y="8220451"/>
            <a:ext cx="1311195" cy="1402347"/>
          </a:xfrm>
          <a:custGeom>
            <a:avLst/>
            <a:gdLst/>
            <a:ahLst/>
            <a:cxnLst/>
            <a:rect l="l" t="t" r="r" b="b"/>
            <a:pathLst>
              <a:path w="1311195" h="1402347">
                <a:moveTo>
                  <a:pt x="1311194" y="0"/>
                </a:moveTo>
                <a:lnTo>
                  <a:pt x="0" y="0"/>
                </a:lnTo>
                <a:lnTo>
                  <a:pt x="0" y="1402347"/>
                </a:lnTo>
                <a:lnTo>
                  <a:pt x="1311194" y="1402347"/>
                </a:lnTo>
                <a:lnTo>
                  <a:pt x="1311194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7341783" y="470825"/>
            <a:ext cx="312377" cy="180611"/>
          </a:xfrm>
          <a:custGeom>
            <a:avLst/>
            <a:gdLst/>
            <a:ahLst/>
            <a:cxnLst/>
            <a:rect l="l" t="t" r="r" b="b"/>
            <a:pathLst>
              <a:path w="312377" h="180611">
                <a:moveTo>
                  <a:pt x="0" y="0"/>
                </a:moveTo>
                <a:lnTo>
                  <a:pt x="312377" y="0"/>
                </a:lnTo>
                <a:lnTo>
                  <a:pt x="312377" y="180610"/>
                </a:lnTo>
                <a:lnTo>
                  <a:pt x="0" y="180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270171" y="5143500"/>
            <a:ext cx="9958773" cy="6323821"/>
          </a:xfrm>
          <a:custGeom>
            <a:avLst/>
            <a:gdLst/>
            <a:ahLst/>
            <a:cxnLst/>
            <a:rect l="l" t="t" r="r" b="b"/>
            <a:pathLst>
              <a:path w="9958773" h="6323821">
                <a:moveTo>
                  <a:pt x="0" y="0"/>
                </a:moveTo>
                <a:lnTo>
                  <a:pt x="9958773" y="0"/>
                </a:lnTo>
                <a:lnTo>
                  <a:pt x="9958773" y="6323821"/>
                </a:lnTo>
                <a:lnTo>
                  <a:pt x="0" y="63238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02843" y="541536"/>
            <a:ext cx="1926211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World of flavors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80150" y="481836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OVERVIEW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99182" y="1485275"/>
            <a:ext cx="10289636" cy="47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2"/>
              </a:lnSpc>
              <a:spcBef>
                <a:spcPct val="0"/>
              </a:spcBef>
            </a:pPr>
            <a:r>
              <a:rPr lang="en-US" sz="2809" b="1" spc="735" dirty="0">
                <a:solidFill>
                  <a:srgbClr val="FF54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https://theworldofrecipes.kesug.com</a:t>
            </a:r>
          </a:p>
        </p:txBody>
      </p:sp>
      <p:pic>
        <p:nvPicPr>
          <p:cNvPr id="29" name="صورة 28">
            <a:extLst>
              <a:ext uri="{FF2B5EF4-FFF2-40B4-BE49-F238E27FC236}">
                <a16:creationId xmlns:a16="http://schemas.microsoft.com/office/drawing/2014/main" id="{9B9EE973-9F4C-5242-28B9-3CE9A19E285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9" y="247983"/>
            <a:ext cx="516395" cy="516395"/>
          </a:xfrm>
          <a:prstGeom prst="rect">
            <a:avLst/>
          </a:prstGeom>
        </p:spPr>
      </p:pic>
      <p:sp>
        <p:nvSpPr>
          <p:cNvPr id="30" name="TextBox 26">
            <a:extLst>
              <a:ext uri="{FF2B5EF4-FFF2-40B4-BE49-F238E27FC236}">
                <a16:creationId xmlns:a16="http://schemas.microsoft.com/office/drawing/2014/main" id="{8B67683C-FDC3-9876-0CF6-155A9547087A}"/>
              </a:ext>
            </a:extLst>
          </p:cNvPr>
          <p:cNvSpPr txBox="1"/>
          <p:nvPr/>
        </p:nvSpPr>
        <p:spPr>
          <a:xfrm>
            <a:off x="7848600" y="482398"/>
            <a:ext cx="1486031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Key features</a:t>
            </a: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F7EE05F1-E10E-ADC1-6B98-07D05B06C22B}"/>
              </a:ext>
            </a:extLst>
          </p:cNvPr>
          <p:cNvSpPr txBox="1"/>
          <p:nvPr/>
        </p:nvSpPr>
        <p:spPr>
          <a:xfrm>
            <a:off x="9589687" y="190500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Technical Implementation</a:t>
            </a:r>
          </a:p>
        </p:txBody>
      </p:sp>
      <p:sp>
        <p:nvSpPr>
          <p:cNvPr id="33" name="TextBox 26">
            <a:extLst>
              <a:ext uri="{FF2B5EF4-FFF2-40B4-BE49-F238E27FC236}">
                <a16:creationId xmlns:a16="http://schemas.microsoft.com/office/drawing/2014/main" id="{8B7B9111-D5DF-A0F6-BB5F-C785213CF47C}"/>
              </a:ext>
            </a:extLst>
          </p:cNvPr>
          <p:cNvSpPr txBox="1"/>
          <p:nvPr/>
        </p:nvSpPr>
        <p:spPr>
          <a:xfrm>
            <a:off x="11918950" y="486969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Challenges</a:t>
            </a:r>
            <a:endParaRPr lang="en-US" sz="2400" dirty="0">
              <a:solidFill>
                <a:srgbClr val="FFFFFF"/>
              </a:solidFill>
              <a:latin typeface="Zuume Rough Bold"/>
              <a:sym typeface="Open Sans"/>
            </a:endParaRPr>
          </a:p>
        </p:txBody>
      </p:sp>
      <p:sp>
        <p:nvSpPr>
          <p:cNvPr id="34" name="TextBox 26">
            <a:extLst>
              <a:ext uri="{FF2B5EF4-FFF2-40B4-BE49-F238E27FC236}">
                <a16:creationId xmlns:a16="http://schemas.microsoft.com/office/drawing/2014/main" id="{15584131-BD16-F9CD-DE35-9B2512ED6708}"/>
              </a:ext>
            </a:extLst>
          </p:cNvPr>
          <p:cNvSpPr txBox="1"/>
          <p:nvPr/>
        </p:nvSpPr>
        <p:spPr>
          <a:xfrm>
            <a:off x="13582025" y="183241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Future Enhancements</a:t>
            </a: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4B97A674-98F1-0476-042D-B7FEFE2730D2}"/>
              </a:ext>
            </a:extLst>
          </p:cNvPr>
          <p:cNvSpPr txBox="1"/>
          <p:nvPr/>
        </p:nvSpPr>
        <p:spPr>
          <a:xfrm>
            <a:off x="15707448" y="356870"/>
            <a:ext cx="138149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Teamwork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74565" y="1446425"/>
            <a:ext cx="434070" cy="1160422"/>
            <a:chOff x="0" y="0"/>
            <a:chExt cx="114323" cy="3056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23" cy="305626"/>
            </a:xfrm>
            <a:custGeom>
              <a:avLst/>
              <a:gdLst/>
              <a:ahLst/>
              <a:cxnLst/>
              <a:rect l="l" t="t" r="r" b="b"/>
              <a:pathLst>
                <a:path w="114323" h="305626">
                  <a:moveTo>
                    <a:pt x="57162" y="0"/>
                  </a:moveTo>
                  <a:lnTo>
                    <a:pt x="57162" y="0"/>
                  </a:lnTo>
                  <a:cubicBezTo>
                    <a:pt x="72322" y="0"/>
                    <a:pt x="86861" y="6022"/>
                    <a:pt x="97581" y="16742"/>
                  </a:cubicBezTo>
                  <a:cubicBezTo>
                    <a:pt x="108301" y="27462"/>
                    <a:pt x="114323" y="42001"/>
                    <a:pt x="114323" y="57162"/>
                  </a:cubicBezTo>
                  <a:lnTo>
                    <a:pt x="114323" y="248464"/>
                  </a:lnTo>
                  <a:cubicBezTo>
                    <a:pt x="114323" y="263624"/>
                    <a:pt x="108301" y="278164"/>
                    <a:pt x="97581" y="288883"/>
                  </a:cubicBezTo>
                  <a:cubicBezTo>
                    <a:pt x="86861" y="299603"/>
                    <a:pt x="72322" y="305626"/>
                    <a:pt x="57162" y="305626"/>
                  </a:cubicBezTo>
                  <a:lnTo>
                    <a:pt x="57162" y="305626"/>
                  </a:lnTo>
                  <a:cubicBezTo>
                    <a:pt x="42001" y="305626"/>
                    <a:pt x="27462" y="299603"/>
                    <a:pt x="16742" y="288883"/>
                  </a:cubicBezTo>
                  <a:cubicBezTo>
                    <a:pt x="6022" y="278164"/>
                    <a:pt x="0" y="263624"/>
                    <a:pt x="0" y="248464"/>
                  </a:cubicBezTo>
                  <a:lnTo>
                    <a:pt x="0" y="57162"/>
                  </a:lnTo>
                  <a:cubicBezTo>
                    <a:pt x="0" y="42001"/>
                    <a:pt x="6022" y="27462"/>
                    <a:pt x="16742" y="16742"/>
                  </a:cubicBezTo>
                  <a:cubicBezTo>
                    <a:pt x="27462" y="6022"/>
                    <a:pt x="42001" y="0"/>
                    <a:pt x="57162" y="0"/>
                  </a:cubicBezTo>
                  <a:close/>
                </a:path>
              </a:pathLst>
            </a:custGeom>
            <a:solidFill>
              <a:srgbClr val="FF54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4323" cy="343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مجموعة 27">
            <a:extLst>
              <a:ext uri="{FF2B5EF4-FFF2-40B4-BE49-F238E27FC236}">
                <a16:creationId xmlns:a16="http://schemas.microsoft.com/office/drawing/2014/main" id="{F8E711B6-AD1F-EF5C-EF6B-AC7AFDF8FB9B}"/>
              </a:ext>
            </a:extLst>
          </p:cNvPr>
          <p:cNvGrpSpPr/>
          <p:nvPr/>
        </p:nvGrpSpPr>
        <p:grpSpPr>
          <a:xfrm>
            <a:off x="9556555" y="4140417"/>
            <a:ext cx="9585253" cy="6220354"/>
            <a:chOff x="6942996" y="2033323"/>
            <a:chExt cx="9585253" cy="6220354"/>
          </a:xfrm>
        </p:grpSpPr>
        <p:grpSp>
          <p:nvGrpSpPr>
            <p:cNvPr id="7" name="Group 7"/>
            <p:cNvGrpSpPr/>
            <p:nvPr/>
          </p:nvGrpSpPr>
          <p:grpSpPr>
            <a:xfrm>
              <a:off x="7086082" y="2176410"/>
              <a:ext cx="9442167" cy="6077267"/>
              <a:chOff x="0" y="0"/>
              <a:chExt cx="5513070" cy="35483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1297" y="429"/>
                <a:ext cx="5514367" cy="3547951"/>
              </a:xfrm>
              <a:custGeom>
                <a:avLst/>
                <a:gdLst/>
                <a:ahLst/>
                <a:cxnLst/>
                <a:rect l="l" t="t" r="r" b="b"/>
                <a:pathLst>
                  <a:path w="5514367" h="3547951">
                    <a:moveTo>
                      <a:pt x="4989857" y="1543891"/>
                    </a:moveTo>
                    <a:cubicBezTo>
                      <a:pt x="5047007" y="1522301"/>
                      <a:pt x="5123207" y="1532461"/>
                      <a:pt x="5187977" y="1510871"/>
                    </a:cubicBezTo>
                    <a:cubicBezTo>
                      <a:pt x="5325137" y="1463881"/>
                      <a:pt x="5434357" y="1388951"/>
                      <a:pt x="5514367" y="1303861"/>
                    </a:cubicBezTo>
                    <a:cubicBezTo>
                      <a:pt x="5497857" y="1216231"/>
                      <a:pt x="5492777" y="1167971"/>
                      <a:pt x="5504207" y="1094311"/>
                    </a:cubicBezTo>
                    <a:cubicBezTo>
                      <a:pt x="5494047" y="1089231"/>
                      <a:pt x="5472457" y="1103201"/>
                      <a:pt x="5471187" y="1082881"/>
                    </a:cubicBezTo>
                    <a:cubicBezTo>
                      <a:pt x="5468647" y="1024461"/>
                      <a:pt x="5440707" y="1002871"/>
                      <a:pt x="5414037" y="953341"/>
                    </a:cubicBezTo>
                    <a:cubicBezTo>
                      <a:pt x="5209567" y="982551"/>
                      <a:pt x="4837457" y="1142571"/>
                      <a:pt x="4616477" y="1128601"/>
                    </a:cubicBezTo>
                    <a:cubicBezTo>
                      <a:pt x="4752367" y="1032081"/>
                      <a:pt x="4850157" y="924131"/>
                      <a:pt x="4852697" y="781891"/>
                    </a:cubicBezTo>
                    <a:cubicBezTo>
                      <a:pt x="4841267" y="770461"/>
                      <a:pt x="4776497" y="762841"/>
                      <a:pt x="4761257" y="767921"/>
                    </a:cubicBezTo>
                    <a:cubicBezTo>
                      <a:pt x="4709187" y="757761"/>
                      <a:pt x="4655847" y="710771"/>
                      <a:pt x="4632987" y="681561"/>
                    </a:cubicBezTo>
                    <a:cubicBezTo>
                      <a:pt x="4611397" y="695531"/>
                      <a:pt x="4607587" y="680291"/>
                      <a:pt x="4588537" y="690451"/>
                    </a:cubicBezTo>
                    <a:cubicBezTo>
                      <a:pt x="4507257" y="628221"/>
                      <a:pt x="4335807" y="722201"/>
                      <a:pt x="4253257" y="663781"/>
                    </a:cubicBezTo>
                    <a:cubicBezTo>
                      <a:pt x="4291357" y="563451"/>
                      <a:pt x="4213887" y="540591"/>
                      <a:pt x="4161817" y="492331"/>
                    </a:cubicBezTo>
                    <a:cubicBezTo>
                      <a:pt x="4180867" y="413591"/>
                      <a:pt x="4133877" y="371681"/>
                      <a:pt x="4090697" y="298021"/>
                    </a:cubicBezTo>
                    <a:cubicBezTo>
                      <a:pt x="4037357" y="323421"/>
                      <a:pt x="4041167" y="284051"/>
                      <a:pt x="4047517" y="258651"/>
                    </a:cubicBezTo>
                    <a:cubicBezTo>
                      <a:pt x="4008147" y="270081"/>
                      <a:pt x="3984017" y="254841"/>
                      <a:pt x="3962427" y="234521"/>
                    </a:cubicBezTo>
                    <a:cubicBezTo>
                      <a:pt x="3886227" y="263731"/>
                      <a:pt x="3816377" y="265001"/>
                      <a:pt x="3755417" y="271351"/>
                    </a:cubicBezTo>
                    <a:cubicBezTo>
                      <a:pt x="3444267" y="304371"/>
                      <a:pt x="3058187" y="388191"/>
                      <a:pt x="2778787" y="402161"/>
                    </a:cubicBezTo>
                    <a:cubicBezTo>
                      <a:pt x="3035327" y="292941"/>
                      <a:pt x="3332507" y="223091"/>
                      <a:pt x="3521737" y="129111"/>
                    </a:cubicBezTo>
                    <a:cubicBezTo>
                      <a:pt x="3528087" y="75771"/>
                      <a:pt x="3526817" y="51641"/>
                      <a:pt x="3523007" y="2111"/>
                    </a:cubicBezTo>
                    <a:cubicBezTo>
                      <a:pt x="3318537" y="-15669"/>
                      <a:pt x="3004847" y="82121"/>
                      <a:pt x="2714017" y="173561"/>
                    </a:cubicBezTo>
                    <a:cubicBezTo>
                      <a:pt x="2039647" y="385651"/>
                      <a:pt x="1226847" y="626951"/>
                      <a:pt x="844577" y="1002871"/>
                    </a:cubicBezTo>
                    <a:cubicBezTo>
                      <a:pt x="854737" y="1058751"/>
                      <a:pt x="838227" y="1131141"/>
                      <a:pt x="880137" y="1179401"/>
                    </a:cubicBezTo>
                    <a:cubicBezTo>
                      <a:pt x="740437" y="1255601"/>
                      <a:pt x="580417" y="1324181"/>
                      <a:pt x="444527" y="1402921"/>
                    </a:cubicBezTo>
                    <a:cubicBezTo>
                      <a:pt x="449607" y="1468961"/>
                      <a:pt x="483897" y="1537541"/>
                      <a:pt x="497867" y="1548971"/>
                    </a:cubicBezTo>
                    <a:cubicBezTo>
                      <a:pt x="453417" y="1573101"/>
                      <a:pt x="521997" y="1555321"/>
                      <a:pt x="519457" y="1580721"/>
                    </a:cubicBezTo>
                    <a:cubicBezTo>
                      <a:pt x="500407" y="1589611"/>
                      <a:pt x="513107" y="1611201"/>
                      <a:pt x="485167" y="1617551"/>
                    </a:cubicBezTo>
                    <a:cubicBezTo>
                      <a:pt x="382297" y="1601041"/>
                      <a:pt x="267997" y="1681051"/>
                      <a:pt x="162587" y="1705181"/>
                    </a:cubicBezTo>
                    <a:cubicBezTo>
                      <a:pt x="158777" y="1721691"/>
                      <a:pt x="196877" y="1719151"/>
                      <a:pt x="172747" y="1733121"/>
                    </a:cubicBezTo>
                    <a:cubicBezTo>
                      <a:pt x="102897" y="1749631"/>
                      <a:pt x="95277" y="1786461"/>
                      <a:pt x="25427" y="1802971"/>
                    </a:cubicBezTo>
                    <a:cubicBezTo>
                      <a:pt x="22887" y="1818211"/>
                      <a:pt x="20347" y="1833451"/>
                      <a:pt x="24157" y="1851231"/>
                    </a:cubicBezTo>
                    <a:cubicBezTo>
                      <a:pt x="34317" y="1863931"/>
                      <a:pt x="95277" y="1848691"/>
                      <a:pt x="78767" y="1870281"/>
                    </a:cubicBezTo>
                    <a:cubicBezTo>
                      <a:pt x="41937" y="1882981"/>
                      <a:pt x="-1243" y="1879171"/>
                      <a:pt x="27" y="1914731"/>
                    </a:cubicBezTo>
                    <a:cubicBezTo>
                      <a:pt x="20347" y="1937591"/>
                      <a:pt x="62257" y="1922351"/>
                      <a:pt x="73687" y="1959181"/>
                    </a:cubicBezTo>
                    <a:cubicBezTo>
                      <a:pt x="64797" y="1976961"/>
                      <a:pt x="36857" y="1987121"/>
                      <a:pt x="44477" y="2009981"/>
                    </a:cubicBezTo>
                    <a:cubicBezTo>
                      <a:pt x="104167" y="2008711"/>
                      <a:pt x="157507" y="2020141"/>
                      <a:pt x="219737" y="2016331"/>
                    </a:cubicBezTo>
                    <a:cubicBezTo>
                      <a:pt x="200687" y="2026491"/>
                      <a:pt x="234977" y="2049351"/>
                      <a:pt x="285777" y="2039191"/>
                    </a:cubicBezTo>
                    <a:cubicBezTo>
                      <a:pt x="283237" y="2056971"/>
                      <a:pt x="238787" y="2059511"/>
                      <a:pt x="242597" y="2078561"/>
                    </a:cubicBezTo>
                    <a:cubicBezTo>
                      <a:pt x="316257" y="2064591"/>
                      <a:pt x="336577" y="2036651"/>
                      <a:pt x="405157" y="2026491"/>
                    </a:cubicBezTo>
                    <a:cubicBezTo>
                      <a:pt x="359437" y="2063321"/>
                      <a:pt x="301017" y="2120471"/>
                      <a:pt x="243867" y="2133171"/>
                    </a:cubicBezTo>
                    <a:cubicBezTo>
                      <a:pt x="227357" y="2156031"/>
                      <a:pt x="233707" y="2186511"/>
                      <a:pt x="224817" y="2210641"/>
                    </a:cubicBezTo>
                    <a:cubicBezTo>
                      <a:pt x="209577" y="2205561"/>
                      <a:pt x="210847" y="2285571"/>
                      <a:pt x="250217" y="2304621"/>
                    </a:cubicBezTo>
                    <a:cubicBezTo>
                      <a:pt x="299747" y="2291921"/>
                      <a:pt x="411507" y="2298271"/>
                      <a:pt x="483897" y="2313511"/>
                    </a:cubicBezTo>
                    <a:cubicBezTo>
                      <a:pt x="478817" y="2327481"/>
                      <a:pt x="462307" y="2337641"/>
                      <a:pt x="471197" y="2357961"/>
                    </a:cubicBezTo>
                    <a:cubicBezTo>
                      <a:pt x="495327" y="2366851"/>
                      <a:pt x="553747" y="2316051"/>
                      <a:pt x="577877" y="2335101"/>
                    </a:cubicBezTo>
                    <a:cubicBezTo>
                      <a:pt x="613437" y="2347801"/>
                      <a:pt x="549937" y="2360501"/>
                      <a:pt x="567717" y="2385901"/>
                    </a:cubicBezTo>
                    <a:cubicBezTo>
                      <a:pt x="803937" y="2267791"/>
                      <a:pt x="993167" y="2246201"/>
                      <a:pt x="1233197" y="2189051"/>
                    </a:cubicBezTo>
                    <a:cubicBezTo>
                      <a:pt x="965227" y="2305891"/>
                      <a:pt x="603277" y="2620851"/>
                      <a:pt x="596927" y="2723721"/>
                    </a:cubicBezTo>
                    <a:cubicBezTo>
                      <a:pt x="629947" y="2723721"/>
                      <a:pt x="657887" y="2731341"/>
                      <a:pt x="688367" y="2737691"/>
                    </a:cubicBezTo>
                    <a:cubicBezTo>
                      <a:pt x="678207" y="2764361"/>
                      <a:pt x="662967" y="2789761"/>
                      <a:pt x="660427" y="2818971"/>
                    </a:cubicBezTo>
                    <a:cubicBezTo>
                      <a:pt x="676937" y="2789761"/>
                      <a:pt x="735357" y="2775791"/>
                      <a:pt x="740437" y="2829131"/>
                    </a:cubicBezTo>
                    <a:cubicBezTo>
                      <a:pt x="699797" y="2832941"/>
                      <a:pt x="699797" y="2845641"/>
                      <a:pt x="699797" y="2876121"/>
                    </a:cubicBezTo>
                    <a:cubicBezTo>
                      <a:pt x="741707" y="2881201"/>
                      <a:pt x="806477" y="2844371"/>
                      <a:pt x="826797" y="2883741"/>
                    </a:cubicBezTo>
                    <a:cubicBezTo>
                      <a:pt x="800127" y="2900251"/>
                      <a:pt x="789967" y="2885011"/>
                      <a:pt x="764567" y="2898981"/>
                    </a:cubicBezTo>
                    <a:cubicBezTo>
                      <a:pt x="765837" y="2924381"/>
                      <a:pt x="791237" y="2905331"/>
                      <a:pt x="800127" y="2918031"/>
                    </a:cubicBezTo>
                    <a:cubicBezTo>
                      <a:pt x="726467" y="2948511"/>
                      <a:pt x="730277" y="2959941"/>
                      <a:pt x="706147" y="3000581"/>
                    </a:cubicBezTo>
                    <a:cubicBezTo>
                      <a:pt x="685827" y="2967561"/>
                      <a:pt x="632487" y="3179651"/>
                      <a:pt x="675667" y="3177111"/>
                    </a:cubicBezTo>
                    <a:cubicBezTo>
                      <a:pt x="640107" y="3213941"/>
                      <a:pt x="708687" y="3192351"/>
                      <a:pt x="725197" y="3206321"/>
                    </a:cubicBezTo>
                    <a:cubicBezTo>
                      <a:pt x="709957" y="3232991"/>
                      <a:pt x="744247" y="3240611"/>
                      <a:pt x="748057" y="3268551"/>
                    </a:cubicBezTo>
                    <a:cubicBezTo>
                      <a:pt x="767107" y="3273631"/>
                      <a:pt x="803937" y="3246961"/>
                      <a:pt x="802667" y="3287601"/>
                    </a:cubicBezTo>
                    <a:cubicBezTo>
                      <a:pt x="765837" y="3291411"/>
                      <a:pt x="777267" y="3281251"/>
                      <a:pt x="751867" y="3306651"/>
                    </a:cubicBezTo>
                    <a:cubicBezTo>
                      <a:pt x="742977" y="3297761"/>
                      <a:pt x="723927" y="3288871"/>
                      <a:pt x="704877" y="3307921"/>
                    </a:cubicBezTo>
                    <a:cubicBezTo>
                      <a:pt x="718847" y="3334591"/>
                      <a:pt x="713767" y="3354911"/>
                      <a:pt x="711227" y="3376501"/>
                    </a:cubicBezTo>
                    <a:cubicBezTo>
                      <a:pt x="778537" y="3365071"/>
                      <a:pt x="731547" y="3387931"/>
                      <a:pt x="793777" y="3393011"/>
                    </a:cubicBezTo>
                    <a:cubicBezTo>
                      <a:pt x="812827" y="3415871"/>
                      <a:pt x="784887" y="3422221"/>
                      <a:pt x="781077" y="3437461"/>
                    </a:cubicBezTo>
                    <a:cubicBezTo>
                      <a:pt x="902997" y="3441271"/>
                      <a:pt x="966497" y="3492071"/>
                      <a:pt x="1070637" y="3516201"/>
                    </a:cubicBezTo>
                    <a:cubicBezTo>
                      <a:pt x="1070637" y="3539061"/>
                      <a:pt x="1089687" y="3530171"/>
                      <a:pt x="1092227" y="3547951"/>
                    </a:cubicBezTo>
                    <a:cubicBezTo>
                      <a:pt x="1290347" y="3525091"/>
                      <a:pt x="1421157" y="3546681"/>
                      <a:pt x="1649757" y="3476831"/>
                    </a:cubicBezTo>
                    <a:cubicBezTo>
                      <a:pt x="1621817" y="3451431"/>
                      <a:pt x="1543077" y="3471751"/>
                      <a:pt x="1527837" y="3459051"/>
                    </a:cubicBezTo>
                    <a:cubicBezTo>
                      <a:pt x="1682777" y="3394281"/>
                      <a:pt x="1872007" y="3371421"/>
                      <a:pt x="2057427" y="3334591"/>
                    </a:cubicBezTo>
                    <a:cubicBezTo>
                      <a:pt x="2235227" y="3300301"/>
                      <a:pt x="2410487" y="3311731"/>
                      <a:pt x="2585747" y="3234261"/>
                    </a:cubicBezTo>
                    <a:cubicBezTo>
                      <a:pt x="2627657" y="3250771"/>
                      <a:pt x="2660677" y="3219021"/>
                      <a:pt x="2700047" y="3207591"/>
                    </a:cubicBezTo>
                    <a:cubicBezTo>
                      <a:pt x="2905787" y="3145361"/>
                      <a:pt x="3167407" y="3095831"/>
                      <a:pt x="3370607" y="3079321"/>
                    </a:cubicBezTo>
                    <a:cubicBezTo>
                      <a:pt x="3406167" y="3076781"/>
                      <a:pt x="3446807" y="3056461"/>
                      <a:pt x="3463317" y="3045031"/>
                    </a:cubicBezTo>
                    <a:cubicBezTo>
                      <a:pt x="3529357" y="3055191"/>
                      <a:pt x="3643657" y="3012011"/>
                      <a:pt x="3703347" y="2995501"/>
                    </a:cubicBezTo>
                    <a:cubicBezTo>
                      <a:pt x="3700807" y="2984071"/>
                      <a:pt x="3690647" y="2971371"/>
                      <a:pt x="3702077" y="2965021"/>
                    </a:cubicBezTo>
                    <a:cubicBezTo>
                      <a:pt x="3784627" y="2945971"/>
                      <a:pt x="3901467" y="2925651"/>
                      <a:pt x="3977667" y="2879931"/>
                    </a:cubicBezTo>
                    <a:cubicBezTo>
                      <a:pt x="3967507" y="2874851"/>
                      <a:pt x="3945917" y="2888821"/>
                      <a:pt x="3944647" y="2868501"/>
                    </a:cubicBezTo>
                    <a:cubicBezTo>
                      <a:pt x="4017037" y="2850721"/>
                      <a:pt x="4105937" y="2843101"/>
                      <a:pt x="4174517" y="2815161"/>
                    </a:cubicBezTo>
                    <a:cubicBezTo>
                      <a:pt x="4160547" y="2812621"/>
                      <a:pt x="4145307" y="2812621"/>
                      <a:pt x="4132607" y="2806271"/>
                    </a:cubicBezTo>
                    <a:cubicBezTo>
                      <a:pt x="4217697" y="2741501"/>
                      <a:pt x="4253257" y="2709751"/>
                      <a:pt x="4370097" y="2695781"/>
                    </a:cubicBezTo>
                    <a:cubicBezTo>
                      <a:pt x="4361207" y="2657681"/>
                      <a:pt x="4387877" y="2633551"/>
                      <a:pt x="4447567" y="2619581"/>
                    </a:cubicBezTo>
                    <a:cubicBezTo>
                      <a:pt x="4464077" y="2596721"/>
                      <a:pt x="4413277" y="2605611"/>
                      <a:pt x="4432327" y="2577671"/>
                    </a:cubicBezTo>
                    <a:cubicBezTo>
                      <a:pt x="4644417" y="2549731"/>
                      <a:pt x="4702837" y="2359231"/>
                      <a:pt x="4800627" y="2252551"/>
                    </a:cubicBezTo>
                    <a:cubicBezTo>
                      <a:pt x="4804437" y="2248741"/>
                      <a:pt x="4820947" y="2238581"/>
                      <a:pt x="4823487" y="2236041"/>
                    </a:cubicBezTo>
                    <a:cubicBezTo>
                      <a:pt x="4958107" y="2154761"/>
                      <a:pt x="5124477" y="2143331"/>
                      <a:pt x="5227347" y="2031571"/>
                    </a:cubicBezTo>
                    <a:cubicBezTo>
                      <a:pt x="5266717" y="1946481"/>
                      <a:pt x="5370857" y="1838531"/>
                      <a:pt x="5255287" y="1768681"/>
                    </a:cubicBezTo>
                    <a:cubicBezTo>
                      <a:pt x="5267987" y="1750901"/>
                      <a:pt x="5261637" y="1726771"/>
                      <a:pt x="5248937" y="1700101"/>
                    </a:cubicBezTo>
                    <a:cubicBezTo>
                      <a:pt x="5196867" y="1714071"/>
                      <a:pt x="4956837" y="1667081"/>
                      <a:pt x="4903497" y="1645491"/>
                    </a:cubicBezTo>
                    <a:cubicBezTo>
                      <a:pt x="4914927" y="1618821"/>
                      <a:pt x="4890797" y="1592151"/>
                      <a:pt x="4897147" y="1576911"/>
                    </a:cubicBezTo>
                    <a:cubicBezTo>
                      <a:pt x="4946677" y="1574371"/>
                      <a:pt x="4960647" y="1555321"/>
                      <a:pt x="4989857" y="1543891"/>
                    </a:cubicBezTo>
                    <a:close/>
                  </a:path>
                </a:pathLst>
              </a:custGeom>
              <a:solidFill>
                <a:srgbClr val="FF5400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6942996" y="2033323"/>
              <a:ext cx="9442167" cy="6077267"/>
              <a:chOff x="0" y="0"/>
              <a:chExt cx="5513070" cy="35483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-1297" y="429"/>
                <a:ext cx="5514367" cy="3547951"/>
              </a:xfrm>
              <a:custGeom>
                <a:avLst/>
                <a:gdLst/>
                <a:ahLst/>
                <a:cxnLst/>
                <a:rect l="l" t="t" r="r" b="b"/>
                <a:pathLst>
                  <a:path w="5514367" h="3547951">
                    <a:moveTo>
                      <a:pt x="4989857" y="1543891"/>
                    </a:moveTo>
                    <a:cubicBezTo>
                      <a:pt x="5047007" y="1522301"/>
                      <a:pt x="5123207" y="1532461"/>
                      <a:pt x="5187977" y="1510871"/>
                    </a:cubicBezTo>
                    <a:cubicBezTo>
                      <a:pt x="5325137" y="1463881"/>
                      <a:pt x="5434357" y="1388951"/>
                      <a:pt x="5514367" y="1303861"/>
                    </a:cubicBezTo>
                    <a:cubicBezTo>
                      <a:pt x="5497857" y="1216231"/>
                      <a:pt x="5492777" y="1167971"/>
                      <a:pt x="5504207" y="1094311"/>
                    </a:cubicBezTo>
                    <a:cubicBezTo>
                      <a:pt x="5494047" y="1089231"/>
                      <a:pt x="5472457" y="1103201"/>
                      <a:pt x="5471187" y="1082881"/>
                    </a:cubicBezTo>
                    <a:cubicBezTo>
                      <a:pt x="5468647" y="1024461"/>
                      <a:pt x="5440707" y="1002871"/>
                      <a:pt x="5414037" y="953341"/>
                    </a:cubicBezTo>
                    <a:cubicBezTo>
                      <a:pt x="5209567" y="982551"/>
                      <a:pt x="4837457" y="1142571"/>
                      <a:pt x="4616477" y="1128601"/>
                    </a:cubicBezTo>
                    <a:cubicBezTo>
                      <a:pt x="4752367" y="1032081"/>
                      <a:pt x="4850157" y="924131"/>
                      <a:pt x="4852697" y="781891"/>
                    </a:cubicBezTo>
                    <a:cubicBezTo>
                      <a:pt x="4841267" y="770461"/>
                      <a:pt x="4776497" y="762841"/>
                      <a:pt x="4761257" y="767921"/>
                    </a:cubicBezTo>
                    <a:cubicBezTo>
                      <a:pt x="4709187" y="757761"/>
                      <a:pt x="4655847" y="710771"/>
                      <a:pt x="4632987" y="681561"/>
                    </a:cubicBezTo>
                    <a:cubicBezTo>
                      <a:pt x="4611397" y="695531"/>
                      <a:pt x="4607587" y="680291"/>
                      <a:pt x="4588537" y="690451"/>
                    </a:cubicBezTo>
                    <a:cubicBezTo>
                      <a:pt x="4507257" y="628221"/>
                      <a:pt x="4335807" y="722201"/>
                      <a:pt x="4253257" y="663781"/>
                    </a:cubicBezTo>
                    <a:cubicBezTo>
                      <a:pt x="4291357" y="563451"/>
                      <a:pt x="4213887" y="540591"/>
                      <a:pt x="4161817" y="492331"/>
                    </a:cubicBezTo>
                    <a:cubicBezTo>
                      <a:pt x="4180867" y="413591"/>
                      <a:pt x="4133877" y="371681"/>
                      <a:pt x="4090697" y="298021"/>
                    </a:cubicBezTo>
                    <a:cubicBezTo>
                      <a:pt x="4037357" y="323421"/>
                      <a:pt x="4041167" y="284051"/>
                      <a:pt x="4047517" y="258651"/>
                    </a:cubicBezTo>
                    <a:cubicBezTo>
                      <a:pt x="4008147" y="270081"/>
                      <a:pt x="3984017" y="254841"/>
                      <a:pt x="3962427" y="234521"/>
                    </a:cubicBezTo>
                    <a:cubicBezTo>
                      <a:pt x="3886227" y="263731"/>
                      <a:pt x="3816377" y="265001"/>
                      <a:pt x="3755417" y="271351"/>
                    </a:cubicBezTo>
                    <a:cubicBezTo>
                      <a:pt x="3444267" y="304371"/>
                      <a:pt x="3058187" y="388191"/>
                      <a:pt x="2778787" y="402161"/>
                    </a:cubicBezTo>
                    <a:cubicBezTo>
                      <a:pt x="3035327" y="292941"/>
                      <a:pt x="3332507" y="223091"/>
                      <a:pt x="3521737" y="129111"/>
                    </a:cubicBezTo>
                    <a:cubicBezTo>
                      <a:pt x="3528087" y="75771"/>
                      <a:pt x="3526817" y="51641"/>
                      <a:pt x="3523007" y="2111"/>
                    </a:cubicBezTo>
                    <a:cubicBezTo>
                      <a:pt x="3318537" y="-15669"/>
                      <a:pt x="3004847" y="82121"/>
                      <a:pt x="2714017" y="173561"/>
                    </a:cubicBezTo>
                    <a:cubicBezTo>
                      <a:pt x="2039647" y="385651"/>
                      <a:pt x="1226847" y="626951"/>
                      <a:pt x="844577" y="1002871"/>
                    </a:cubicBezTo>
                    <a:cubicBezTo>
                      <a:pt x="854737" y="1058751"/>
                      <a:pt x="838227" y="1131141"/>
                      <a:pt x="880137" y="1179401"/>
                    </a:cubicBezTo>
                    <a:cubicBezTo>
                      <a:pt x="740437" y="1255601"/>
                      <a:pt x="580417" y="1324181"/>
                      <a:pt x="444527" y="1402921"/>
                    </a:cubicBezTo>
                    <a:cubicBezTo>
                      <a:pt x="449607" y="1468961"/>
                      <a:pt x="483897" y="1537541"/>
                      <a:pt x="497867" y="1548971"/>
                    </a:cubicBezTo>
                    <a:cubicBezTo>
                      <a:pt x="453417" y="1573101"/>
                      <a:pt x="521997" y="1555321"/>
                      <a:pt x="519457" y="1580721"/>
                    </a:cubicBezTo>
                    <a:cubicBezTo>
                      <a:pt x="500407" y="1589611"/>
                      <a:pt x="513107" y="1611201"/>
                      <a:pt x="485167" y="1617551"/>
                    </a:cubicBezTo>
                    <a:cubicBezTo>
                      <a:pt x="382297" y="1601041"/>
                      <a:pt x="267997" y="1681051"/>
                      <a:pt x="162587" y="1705181"/>
                    </a:cubicBezTo>
                    <a:cubicBezTo>
                      <a:pt x="158777" y="1721691"/>
                      <a:pt x="196877" y="1719151"/>
                      <a:pt x="172747" y="1733121"/>
                    </a:cubicBezTo>
                    <a:cubicBezTo>
                      <a:pt x="102897" y="1749631"/>
                      <a:pt x="95277" y="1786461"/>
                      <a:pt x="25427" y="1802971"/>
                    </a:cubicBezTo>
                    <a:cubicBezTo>
                      <a:pt x="22887" y="1818211"/>
                      <a:pt x="20347" y="1833451"/>
                      <a:pt x="24157" y="1851231"/>
                    </a:cubicBezTo>
                    <a:cubicBezTo>
                      <a:pt x="34317" y="1863931"/>
                      <a:pt x="95277" y="1848691"/>
                      <a:pt x="78767" y="1870281"/>
                    </a:cubicBezTo>
                    <a:cubicBezTo>
                      <a:pt x="41937" y="1882981"/>
                      <a:pt x="-1243" y="1879171"/>
                      <a:pt x="27" y="1914731"/>
                    </a:cubicBezTo>
                    <a:cubicBezTo>
                      <a:pt x="20347" y="1937591"/>
                      <a:pt x="62257" y="1922351"/>
                      <a:pt x="73687" y="1959181"/>
                    </a:cubicBezTo>
                    <a:cubicBezTo>
                      <a:pt x="64797" y="1976961"/>
                      <a:pt x="36857" y="1987121"/>
                      <a:pt x="44477" y="2009981"/>
                    </a:cubicBezTo>
                    <a:cubicBezTo>
                      <a:pt x="104167" y="2008711"/>
                      <a:pt x="157507" y="2020141"/>
                      <a:pt x="219737" y="2016331"/>
                    </a:cubicBezTo>
                    <a:cubicBezTo>
                      <a:pt x="200687" y="2026491"/>
                      <a:pt x="234977" y="2049351"/>
                      <a:pt x="285777" y="2039191"/>
                    </a:cubicBezTo>
                    <a:cubicBezTo>
                      <a:pt x="283237" y="2056971"/>
                      <a:pt x="238787" y="2059511"/>
                      <a:pt x="242597" y="2078561"/>
                    </a:cubicBezTo>
                    <a:cubicBezTo>
                      <a:pt x="316257" y="2064591"/>
                      <a:pt x="336577" y="2036651"/>
                      <a:pt x="405157" y="2026491"/>
                    </a:cubicBezTo>
                    <a:cubicBezTo>
                      <a:pt x="359437" y="2063321"/>
                      <a:pt x="301017" y="2120471"/>
                      <a:pt x="243867" y="2133171"/>
                    </a:cubicBezTo>
                    <a:cubicBezTo>
                      <a:pt x="227357" y="2156031"/>
                      <a:pt x="233707" y="2186511"/>
                      <a:pt x="224817" y="2210641"/>
                    </a:cubicBezTo>
                    <a:cubicBezTo>
                      <a:pt x="209577" y="2205561"/>
                      <a:pt x="210847" y="2285571"/>
                      <a:pt x="250217" y="2304621"/>
                    </a:cubicBezTo>
                    <a:cubicBezTo>
                      <a:pt x="299747" y="2291921"/>
                      <a:pt x="411507" y="2298271"/>
                      <a:pt x="483897" y="2313511"/>
                    </a:cubicBezTo>
                    <a:cubicBezTo>
                      <a:pt x="478817" y="2327481"/>
                      <a:pt x="462307" y="2337641"/>
                      <a:pt x="471197" y="2357961"/>
                    </a:cubicBezTo>
                    <a:cubicBezTo>
                      <a:pt x="495327" y="2366851"/>
                      <a:pt x="553747" y="2316051"/>
                      <a:pt x="577877" y="2335101"/>
                    </a:cubicBezTo>
                    <a:cubicBezTo>
                      <a:pt x="613437" y="2347801"/>
                      <a:pt x="549937" y="2360501"/>
                      <a:pt x="567717" y="2385901"/>
                    </a:cubicBezTo>
                    <a:cubicBezTo>
                      <a:pt x="803937" y="2267791"/>
                      <a:pt x="993167" y="2246201"/>
                      <a:pt x="1233197" y="2189051"/>
                    </a:cubicBezTo>
                    <a:cubicBezTo>
                      <a:pt x="965227" y="2305891"/>
                      <a:pt x="603277" y="2620851"/>
                      <a:pt x="596927" y="2723721"/>
                    </a:cubicBezTo>
                    <a:cubicBezTo>
                      <a:pt x="629947" y="2723721"/>
                      <a:pt x="657887" y="2731341"/>
                      <a:pt x="688367" y="2737691"/>
                    </a:cubicBezTo>
                    <a:cubicBezTo>
                      <a:pt x="678207" y="2764361"/>
                      <a:pt x="662967" y="2789761"/>
                      <a:pt x="660427" y="2818971"/>
                    </a:cubicBezTo>
                    <a:cubicBezTo>
                      <a:pt x="676937" y="2789761"/>
                      <a:pt x="735357" y="2775791"/>
                      <a:pt x="740437" y="2829131"/>
                    </a:cubicBezTo>
                    <a:cubicBezTo>
                      <a:pt x="699797" y="2832941"/>
                      <a:pt x="699797" y="2845641"/>
                      <a:pt x="699797" y="2876121"/>
                    </a:cubicBezTo>
                    <a:cubicBezTo>
                      <a:pt x="741707" y="2881201"/>
                      <a:pt x="806477" y="2844371"/>
                      <a:pt x="826797" y="2883741"/>
                    </a:cubicBezTo>
                    <a:cubicBezTo>
                      <a:pt x="800127" y="2900251"/>
                      <a:pt x="789967" y="2885011"/>
                      <a:pt x="764567" y="2898981"/>
                    </a:cubicBezTo>
                    <a:cubicBezTo>
                      <a:pt x="765837" y="2924381"/>
                      <a:pt x="791237" y="2905331"/>
                      <a:pt x="800127" y="2918031"/>
                    </a:cubicBezTo>
                    <a:cubicBezTo>
                      <a:pt x="726467" y="2948511"/>
                      <a:pt x="730277" y="2959941"/>
                      <a:pt x="706147" y="3000581"/>
                    </a:cubicBezTo>
                    <a:cubicBezTo>
                      <a:pt x="685827" y="2967561"/>
                      <a:pt x="632487" y="3179651"/>
                      <a:pt x="675667" y="3177111"/>
                    </a:cubicBezTo>
                    <a:cubicBezTo>
                      <a:pt x="640107" y="3213941"/>
                      <a:pt x="708687" y="3192351"/>
                      <a:pt x="725197" y="3206321"/>
                    </a:cubicBezTo>
                    <a:cubicBezTo>
                      <a:pt x="709957" y="3232991"/>
                      <a:pt x="744247" y="3240611"/>
                      <a:pt x="748057" y="3268551"/>
                    </a:cubicBezTo>
                    <a:cubicBezTo>
                      <a:pt x="767107" y="3273631"/>
                      <a:pt x="803937" y="3246961"/>
                      <a:pt x="802667" y="3287601"/>
                    </a:cubicBezTo>
                    <a:cubicBezTo>
                      <a:pt x="765837" y="3291411"/>
                      <a:pt x="777267" y="3281251"/>
                      <a:pt x="751867" y="3306651"/>
                    </a:cubicBezTo>
                    <a:cubicBezTo>
                      <a:pt x="742977" y="3297761"/>
                      <a:pt x="723927" y="3288871"/>
                      <a:pt x="704877" y="3307921"/>
                    </a:cubicBezTo>
                    <a:cubicBezTo>
                      <a:pt x="718847" y="3334591"/>
                      <a:pt x="713767" y="3354911"/>
                      <a:pt x="711227" y="3376501"/>
                    </a:cubicBezTo>
                    <a:cubicBezTo>
                      <a:pt x="778537" y="3365071"/>
                      <a:pt x="731547" y="3387931"/>
                      <a:pt x="793777" y="3393011"/>
                    </a:cubicBezTo>
                    <a:cubicBezTo>
                      <a:pt x="812827" y="3415871"/>
                      <a:pt x="784887" y="3422221"/>
                      <a:pt x="781077" y="3437461"/>
                    </a:cubicBezTo>
                    <a:cubicBezTo>
                      <a:pt x="902997" y="3441271"/>
                      <a:pt x="966497" y="3492071"/>
                      <a:pt x="1070637" y="3516201"/>
                    </a:cubicBezTo>
                    <a:cubicBezTo>
                      <a:pt x="1070637" y="3539061"/>
                      <a:pt x="1089687" y="3530171"/>
                      <a:pt x="1092227" y="3547951"/>
                    </a:cubicBezTo>
                    <a:cubicBezTo>
                      <a:pt x="1290347" y="3525091"/>
                      <a:pt x="1421157" y="3546681"/>
                      <a:pt x="1649757" y="3476831"/>
                    </a:cubicBezTo>
                    <a:cubicBezTo>
                      <a:pt x="1621817" y="3451431"/>
                      <a:pt x="1543077" y="3471751"/>
                      <a:pt x="1527837" y="3459051"/>
                    </a:cubicBezTo>
                    <a:cubicBezTo>
                      <a:pt x="1682777" y="3394281"/>
                      <a:pt x="1872007" y="3371421"/>
                      <a:pt x="2057427" y="3334591"/>
                    </a:cubicBezTo>
                    <a:cubicBezTo>
                      <a:pt x="2235227" y="3300301"/>
                      <a:pt x="2410487" y="3311731"/>
                      <a:pt x="2585747" y="3234261"/>
                    </a:cubicBezTo>
                    <a:cubicBezTo>
                      <a:pt x="2627657" y="3250771"/>
                      <a:pt x="2660677" y="3219021"/>
                      <a:pt x="2700047" y="3207591"/>
                    </a:cubicBezTo>
                    <a:cubicBezTo>
                      <a:pt x="2905787" y="3145361"/>
                      <a:pt x="3167407" y="3095831"/>
                      <a:pt x="3370607" y="3079321"/>
                    </a:cubicBezTo>
                    <a:cubicBezTo>
                      <a:pt x="3406167" y="3076781"/>
                      <a:pt x="3446807" y="3056461"/>
                      <a:pt x="3463317" y="3045031"/>
                    </a:cubicBezTo>
                    <a:cubicBezTo>
                      <a:pt x="3529357" y="3055191"/>
                      <a:pt x="3643657" y="3012011"/>
                      <a:pt x="3703347" y="2995501"/>
                    </a:cubicBezTo>
                    <a:cubicBezTo>
                      <a:pt x="3700807" y="2984071"/>
                      <a:pt x="3690647" y="2971371"/>
                      <a:pt x="3702077" y="2965021"/>
                    </a:cubicBezTo>
                    <a:cubicBezTo>
                      <a:pt x="3784627" y="2945971"/>
                      <a:pt x="3901467" y="2925651"/>
                      <a:pt x="3977667" y="2879931"/>
                    </a:cubicBezTo>
                    <a:cubicBezTo>
                      <a:pt x="3967507" y="2874851"/>
                      <a:pt x="3945917" y="2888821"/>
                      <a:pt x="3944647" y="2868501"/>
                    </a:cubicBezTo>
                    <a:cubicBezTo>
                      <a:pt x="4017037" y="2850721"/>
                      <a:pt x="4105937" y="2843101"/>
                      <a:pt x="4174517" y="2815161"/>
                    </a:cubicBezTo>
                    <a:cubicBezTo>
                      <a:pt x="4160547" y="2812621"/>
                      <a:pt x="4145307" y="2812621"/>
                      <a:pt x="4132607" y="2806271"/>
                    </a:cubicBezTo>
                    <a:cubicBezTo>
                      <a:pt x="4217697" y="2741501"/>
                      <a:pt x="4253257" y="2709751"/>
                      <a:pt x="4370097" y="2695781"/>
                    </a:cubicBezTo>
                    <a:cubicBezTo>
                      <a:pt x="4361207" y="2657681"/>
                      <a:pt x="4387877" y="2633551"/>
                      <a:pt x="4447567" y="2619581"/>
                    </a:cubicBezTo>
                    <a:cubicBezTo>
                      <a:pt x="4464077" y="2596721"/>
                      <a:pt x="4413277" y="2605611"/>
                      <a:pt x="4432327" y="2577671"/>
                    </a:cubicBezTo>
                    <a:cubicBezTo>
                      <a:pt x="4644417" y="2549731"/>
                      <a:pt x="4702837" y="2359231"/>
                      <a:pt x="4800627" y="2252551"/>
                    </a:cubicBezTo>
                    <a:cubicBezTo>
                      <a:pt x="4804437" y="2248741"/>
                      <a:pt x="4820947" y="2238581"/>
                      <a:pt x="4823487" y="2236041"/>
                    </a:cubicBezTo>
                    <a:cubicBezTo>
                      <a:pt x="4958107" y="2154761"/>
                      <a:pt x="5124477" y="2143331"/>
                      <a:pt x="5227347" y="2031571"/>
                    </a:cubicBezTo>
                    <a:cubicBezTo>
                      <a:pt x="5266717" y="1946481"/>
                      <a:pt x="5370857" y="1838531"/>
                      <a:pt x="5255287" y="1768681"/>
                    </a:cubicBezTo>
                    <a:cubicBezTo>
                      <a:pt x="5267987" y="1750901"/>
                      <a:pt x="5261637" y="1726771"/>
                      <a:pt x="5248937" y="1700101"/>
                    </a:cubicBezTo>
                    <a:cubicBezTo>
                      <a:pt x="5196867" y="1714071"/>
                      <a:pt x="4956837" y="1667081"/>
                      <a:pt x="4903497" y="1645491"/>
                    </a:cubicBezTo>
                    <a:cubicBezTo>
                      <a:pt x="4914927" y="1618821"/>
                      <a:pt x="4890797" y="1592151"/>
                      <a:pt x="4897147" y="1576911"/>
                    </a:cubicBezTo>
                    <a:cubicBezTo>
                      <a:pt x="4946677" y="1574371"/>
                      <a:pt x="4960647" y="1555321"/>
                      <a:pt x="4989857" y="1543891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t="-1775" b="-1775"/>
                </a:stretch>
              </a:blipFill>
            </p:spPr>
          </p:sp>
        </p:grpSp>
      </p:grpSp>
      <p:sp>
        <p:nvSpPr>
          <p:cNvPr id="16" name="TextBox 16"/>
          <p:cNvSpPr txBox="1"/>
          <p:nvPr/>
        </p:nvSpPr>
        <p:spPr>
          <a:xfrm>
            <a:off x="1860927" y="1590619"/>
            <a:ext cx="350552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sz="65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overview</a:t>
            </a:r>
          </a:p>
        </p:txBody>
      </p:sp>
      <p:sp>
        <p:nvSpPr>
          <p:cNvPr id="24" name="Freeform 24"/>
          <p:cNvSpPr/>
          <p:nvPr/>
        </p:nvSpPr>
        <p:spPr>
          <a:xfrm rot="-5571063">
            <a:off x="192695" y="8586791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8" y="0"/>
                </a:lnTo>
                <a:lnTo>
                  <a:pt x="1738738" y="1859613"/>
                </a:lnTo>
                <a:lnTo>
                  <a:pt x="0" y="1859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 flipV="1">
            <a:off x="2002213" y="2705100"/>
            <a:ext cx="1587474" cy="0"/>
          </a:xfrm>
          <a:prstGeom prst="line">
            <a:avLst/>
          </a:prstGeom>
          <a:ln w="19050" cap="flat">
            <a:solidFill>
              <a:srgbClr val="FF54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2002213" y="4023836"/>
            <a:ext cx="805618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Provide an easy-to-use platform for users to browse recipes, view details, and add new recipes.</a:t>
            </a:r>
          </a:p>
        </p:txBody>
      </p:sp>
      <p:sp>
        <p:nvSpPr>
          <p:cNvPr id="22" name="Freeform 22"/>
          <p:cNvSpPr/>
          <p:nvPr/>
        </p:nvSpPr>
        <p:spPr>
          <a:xfrm rot="489369" flipH="1" flipV="1">
            <a:off x="10095906" y="8096049"/>
            <a:ext cx="2781892" cy="1801275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5"/>
                </a:moveTo>
                <a:lnTo>
                  <a:pt x="0" y="1801275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5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-198717" y="3521761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0" y="0"/>
                </a:moveTo>
                <a:lnTo>
                  <a:pt x="937280" y="0"/>
                </a:lnTo>
                <a:lnTo>
                  <a:pt x="937280" y="939237"/>
                </a:lnTo>
                <a:lnTo>
                  <a:pt x="0" y="9392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046565" y="1145584"/>
            <a:ext cx="2278525" cy="2025039"/>
          </a:xfrm>
          <a:custGeom>
            <a:avLst/>
            <a:gdLst/>
            <a:ahLst/>
            <a:cxnLst/>
            <a:rect l="l" t="t" r="r" b="b"/>
            <a:pathLst>
              <a:path w="2278525" h="2025039">
                <a:moveTo>
                  <a:pt x="0" y="0"/>
                </a:moveTo>
                <a:lnTo>
                  <a:pt x="2278524" y="0"/>
                </a:lnTo>
                <a:lnTo>
                  <a:pt x="2278524" y="2025039"/>
                </a:lnTo>
                <a:lnTo>
                  <a:pt x="0" y="20250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>
            <a:off x="16873143" y="3938224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937280" y="0"/>
                </a:moveTo>
                <a:lnTo>
                  <a:pt x="0" y="0"/>
                </a:lnTo>
                <a:lnTo>
                  <a:pt x="0" y="939237"/>
                </a:lnTo>
                <a:lnTo>
                  <a:pt x="937280" y="939237"/>
                </a:lnTo>
                <a:lnTo>
                  <a:pt x="93728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D061F129-A90E-147A-C47D-49C619B07CA1}"/>
              </a:ext>
            </a:extLst>
          </p:cNvPr>
          <p:cNvSpPr txBox="1"/>
          <p:nvPr/>
        </p:nvSpPr>
        <p:spPr>
          <a:xfrm>
            <a:off x="2033962" y="5829300"/>
            <a:ext cx="8399928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Introduce an innovative feature – the Smart Recipe Builder – which helps users find recipes that match the ingredients they already have.</a:t>
            </a:r>
          </a:p>
        </p:txBody>
      </p:sp>
      <p:sp>
        <p:nvSpPr>
          <p:cNvPr id="44" name="Freeform 39">
            <a:extLst>
              <a:ext uri="{FF2B5EF4-FFF2-40B4-BE49-F238E27FC236}">
                <a16:creationId xmlns:a16="http://schemas.microsoft.com/office/drawing/2014/main" id="{B04CF013-242E-4936-A185-00ABB9821BED}"/>
              </a:ext>
            </a:extLst>
          </p:cNvPr>
          <p:cNvSpPr/>
          <p:nvPr/>
        </p:nvSpPr>
        <p:spPr>
          <a:xfrm>
            <a:off x="1847926" y="3138873"/>
            <a:ext cx="2800273" cy="799351"/>
          </a:xfrm>
          <a:custGeom>
            <a:avLst/>
            <a:gdLst/>
            <a:ahLst/>
            <a:cxnLst/>
            <a:rect l="l" t="t" r="r" b="b"/>
            <a:pathLst>
              <a:path w="2800273" h="799351">
                <a:moveTo>
                  <a:pt x="0" y="0"/>
                </a:moveTo>
                <a:lnTo>
                  <a:pt x="2800273" y="0"/>
                </a:lnTo>
                <a:lnTo>
                  <a:pt x="2800273" y="799351"/>
                </a:lnTo>
                <a:lnTo>
                  <a:pt x="0" y="7993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CA86FC3E-8EEC-B99E-E3D3-5CBAAFA11BBA}"/>
              </a:ext>
            </a:extLst>
          </p:cNvPr>
          <p:cNvSpPr txBox="1"/>
          <p:nvPr/>
        </p:nvSpPr>
        <p:spPr>
          <a:xfrm>
            <a:off x="2021262" y="7997904"/>
            <a:ext cx="849433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Users can quickly obtain recipes that fit their available ingredients without the need to search through hundreds of recipes. This makes the project practical and different from traditional recipe websites.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76449" y="3205881"/>
            <a:ext cx="1742125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Purpose:</a:t>
            </a:r>
          </a:p>
        </p:txBody>
      </p:sp>
      <p:sp>
        <p:nvSpPr>
          <p:cNvPr id="45" name="Freeform 39">
            <a:extLst>
              <a:ext uri="{FF2B5EF4-FFF2-40B4-BE49-F238E27FC236}">
                <a16:creationId xmlns:a16="http://schemas.microsoft.com/office/drawing/2014/main" id="{E08FAC8F-2637-D1BF-B4B2-FDF54F89EA5B}"/>
              </a:ext>
            </a:extLst>
          </p:cNvPr>
          <p:cNvSpPr/>
          <p:nvPr/>
        </p:nvSpPr>
        <p:spPr>
          <a:xfrm>
            <a:off x="1843310" y="5072121"/>
            <a:ext cx="3262090" cy="799351"/>
          </a:xfrm>
          <a:custGeom>
            <a:avLst/>
            <a:gdLst/>
            <a:ahLst/>
            <a:cxnLst/>
            <a:rect l="l" t="t" r="r" b="b"/>
            <a:pathLst>
              <a:path w="2800273" h="799351">
                <a:moveTo>
                  <a:pt x="0" y="0"/>
                </a:moveTo>
                <a:lnTo>
                  <a:pt x="2800273" y="0"/>
                </a:lnTo>
                <a:lnTo>
                  <a:pt x="2800273" y="799351"/>
                </a:lnTo>
                <a:lnTo>
                  <a:pt x="0" y="7993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10ED1F96-A9A9-31CD-D1FC-2339BFF2DAD2}"/>
              </a:ext>
            </a:extLst>
          </p:cNvPr>
          <p:cNvSpPr txBox="1"/>
          <p:nvPr/>
        </p:nvSpPr>
        <p:spPr>
          <a:xfrm>
            <a:off x="2160886" y="5162621"/>
            <a:ext cx="2626937" cy="516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Uniqueness:</a:t>
            </a:r>
          </a:p>
        </p:txBody>
      </p:sp>
      <p:sp>
        <p:nvSpPr>
          <p:cNvPr id="46" name="Freeform 39">
            <a:extLst>
              <a:ext uri="{FF2B5EF4-FFF2-40B4-BE49-F238E27FC236}">
                <a16:creationId xmlns:a16="http://schemas.microsoft.com/office/drawing/2014/main" id="{77DCF159-E33A-2BAC-7BB5-B339F86BE552}"/>
              </a:ext>
            </a:extLst>
          </p:cNvPr>
          <p:cNvSpPr/>
          <p:nvPr/>
        </p:nvSpPr>
        <p:spPr>
          <a:xfrm>
            <a:off x="1847926" y="7209426"/>
            <a:ext cx="2800273" cy="799351"/>
          </a:xfrm>
          <a:custGeom>
            <a:avLst/>
            <a:gdLst/>
            <a:ahLst/>
            <a:cxnLst/>
            <a:rect l="l" t="t" r="r" b="b"/>
            <a:pathLst>
              <a:path w="2800273" h="799351">
                <a:moveTo>
                  <a:pt x="0" y="0"/>
                </a:moveTo>
                <a:lnTo>
                  <a:pt x="2800273" y="0"/>
                </a:lnTo>
                <a:lnTo>
                  <a:pt x="2800273" y="799351"/>
                </a:lnTo>
                <a:lnTo>
                  <a:pt x="0" y="7993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FA062874-E9E9-0293-C97E-0C61A1A7FE0F}"/>
              </a:ext>
            </a:extLst>
          </p:cNvPr>
          <p:cNvSpPr txBox="1"/>
          <p:nvPr/>
        </p:nvSpPr>
        <p:spPr>
          <a:xfrm>
            <a:off x="2254528" y="7301787"/>
            <a:ext cx="2227098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Benefit:</a:t>
            </a:r>
          </a:p>
        </p:txBody>
      </p:sp>
      <p:sp>
        <p:nvSpPr>
          <p:cNvPr id="49" name="Freeform 20">
            <a:extLst>
              <a:ext uri="{FF2B5EF4-FFF2-40B4-BE49-F238E27FC236}">
                <a16:creationId xmlns:a16="http://schemas.microsoft.com/office/drawing/2014/main" id="{22D7029D-B2A2-A08F-EE7C-882757C6D95E}"/>
              </a:ext>
            </a:extLst>
          </p:cNvPr>
          <p:cNvSpPr/>
          <p:nvPr/>
        </p:nvSpPr>
        <p:spPr>
          <a:xfrm>
            <a:off x="17341783" y="470825"/>
            <a:ext cx="312377" cy="180611"/>
          </a:xfrm>
          <a:custGeom>
            <a:avLst/>
            <a:gdLst/>
            <a:ahLst/>
            <a:cxnLst/>
            <a:rect l="l" t="t" r="r" b="b"/>
            <a:pathLst>
              <a:path w="312377" h="180611">
                <a:moveTo>
                  <a:pt x="0" y="0"/>
                </a:moveTo>
                <a:lnTo>
                  <a:pt x="312377" y="0"/>
                </a:lnTo>
                <a:lnTo>
                  <a:pt x="312377" y="180610"/>
                </a:lnTo>
                <a:lnTo>
                  <a:pt x="0" y="180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0" name="TextBox 26">
            <a:extLst>
              <a:ext uri="{FF2B5EF4-FFF2-40B4-BE49-F238E27FC236}">
                <a16:creationId xmlns:a16="http://schemas.microsoft.com/office/drawing/2014/main" id="{55BEE31D-C80D-7B4D-CEF0-F0989A70A79E}"/>
              </a:ext>
            </a:extLst>
          </p:cNvPr>
          <p:cNvSpPr txBox="1"/>
          <p:nvPr/>
        </p:nvSpPr>
        <p:spPr>
          <a:xfrm>
            <a:off x="6280150" y="481836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5400"/>
                </a:solidFill>
                <a:latin typeface="Zuume Rough Bold"/>
                <a:sym typeface="Open Sans"/>
              </a:rPr>
              <a:t>OVERVIEW</a:t>
            </a: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36AA29C8-CFD8-F69C-8327-1CE9389C0053}"/>
              </a:ext>
            </a:extLst>
          </p:cNvPr>
          <p:cNvSpPr txBox="1"/>
          <p:nvPr/>
        </p:nvSpPr>
        <p:spPr>
          <a:xfrm>
            <a:off x="7848600" y="482398"/>
            <a:ext cx="1486031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Key features</a:t>
            </a: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311F9FC0-4B79-906A-1DAE-4C5A4E02E2D1}"/>
              </a:ext>
            </a:extLst>
          </p:cNvPr>
          <p:cNvSpPr txBox="1"/>
          <p:nvPr/>
        </p:nvSpPr>
        <p:spPr>
          <a:xfrm>
            <a:off x="9589687" y="190500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Technical Implementation</a:t>
            </a:r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84FA0DCD-7035-E97C-9309-F2191DB8A5BE}"/>
              </a:ext>
            </a:extLst>
          </p:cNvPr>
          <p:cNvSpPr txBox="1"/>
          <p:nvPr/>
        </p:nvSpPr>
        <p:spPr>
          <a:xfrm>
            <a:off x="11918950" y="486969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Challenges</a:t>
            </a:r>
            <a:endParaRPr lang="en-US" sz="2400" dirty="0">
              <a:solidFill>
                <a:srgbClr val="FFFFFF"/>
              </a:solidFill>
              <a:latin typeface="Zuume Rough Bold"/>
              <a:sym typeface="Open Sans"/>
            </a:endParaRPr>
          </a:p>
        </p:txBody>
      </p:sp>
      <p:sp>
        <p:nvSpPr>
          <p:cNvPr id="54" name="TextBox 26">
            <a:extLst>
              <a:ext uri="{FF2B5EF4-FFF2-40B4-BE49-F238E27FC236}">
                <a16:creationId xmlns:a16="http://schemas.microsoft.com/office/drawing/2014/main" id="{8C216C3B-BEB8-0C69-20B0-22CD9CF5D9F7}"/>
              </a:ext>
            </a:extLst>
          </p:cNvPr>
          <p:cNvSpPr txBox="1"/>
          <p:nvPr/>
        </p:nvSpPr>
        <p:spPr>
          <a:xfrm>
            <a:off x="13582025" y="183241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Future Enhancements</a:t>
            </a:r>
          </a:p>
        </p:txBody>
      </p:sp>
      <p:sp>
        <p:nvSpPr>
          <p:cNvPr id="55" name="TextBox 26">
            <a:extLst>
              <a:ext uri="{FF2B5EF4-FFF2-40B4-BE49-F238E27FC236}">
                <a16:creationId xmlns:a16="http://schemas.microsoft.com/office/drawing/2014/main" id="{E1AF8BDF-F248-6D6B-7C2D-94AE491ACF25}"/>
              </a:ext>
            </a:extLst>
          </p:cNvPr>
          <p:cNvSpPr txBox="1"/>
          <p:nvPr/>
        </p:nvSpPr>
        <p:spPr>
          <a:xfrm>
            <a:off x="15707448" y="356870"/>
            <a:ext cx="138149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Teamwork</a:t>
            </a:r>
          </a:p>
        </p:txBody>
      </p:sp>
      <p:sp>
        <p:nvSpPr>
          <p:cNvPr id="56" name="TextBox 22">
            <a:extLst>
              <a:ext uri="{FF2B5EF4-FFF2-40B4-BE49-F238E27FC236}">
                <a16:creationId xmlns:a16="http://schemas.microsoft.com/office/drawing/2014/main" id="{EF74A399-439E-AA3D-03AA-290AFCB752A7}"/>
              </a:ext>
            </a:extLst>
          </p:cNvPr>
          <p:cNvSpPr txBox="1"/>
          <p:nvPr/>
        </p:nvSpPr>
        <p:spPr>
          <a:xfrm>
            <a:off x="1102843" y="541536"/>
            <a:ext cx="1926211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World of flavors</a:t>
            </a:r>
          </a:p>
        </p:txBody>
      </p:sp>
      <p:pic>
        <p:nvPicPr>
          <p:cNvPr id="57" name="صورة 56">
            <a:extLst>
              <a:ext uri="{FF2B5EF4-FFF2-40B4-BE49-F238E27FC236}">
                <a16:creationId xmlns:a16="http://schemas.microsoft.com/office/drawing/2014/main" id="{BC0C8A10-1A00-D094-81C4-7F127C161AC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9" y="247983"/>
            <a:ext cx="516395" cy="516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1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/>
          <p:nvPr/>
        </p:nvGrpSpPr>
        <p:grpSpPr>
          <a:xfrm>
            <a:off x="-174565" y="1446425"/>
            <a:ext cx="434070" cy="1160422"/>
            <a:chOff x="0" y="0"/>
            <a:chExt cx="114323" cy="3056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23" cy="305626"/>
            </a:xfrm>
            <a:custGeom>
              <a:avLst/>
              <a:gdLst/>
              <a:ahLst/>
              <a:cxnLst/>
              <a:rect l="l" t="t" r="r" b="b"/>
              <a:pathLst>
                <a:path w="114323" h="305626">
                  <a:moveTo>
                    <a:pt x="57162" y="0"/>
                  </a:moveTo>
                  <a:lnTo>
                    <a:pt x="57162" y="0"/>
                  </a:lnTo>
                  <a:cubicBezTo>
                    <a:pt x="72322" y="0"/>
                    <a:pt x="86861" y="6022"/>
                    <a:pt x="97581" y="16742"/>
                  </a:cubicBezTo>
                  <a:cubicBezTo>
                    <a:pt x="108301" y="27462"/>
                    <a:pt x="114323" y="42001"/>
                    <a:pt x="114323" y="57162"/>
                  </a:cubicBezTo>
                  <a:lnTo>
                    <a:pt x="114323" y="248464"/>
                  </a:lnTo>
                  <a:cubicBezTo>
                    <a:pt x="114323" y="263624"/>
                    <a:pt x="108301" y="278164"/>
                    <a:pt x="97581" y="288883"/>
                  </a:cubicBezTo>
                  <a:cubicBezTo>
                    <a:pt x="86861" y="299603"/>
                    <a:pt x="72322" y="305626"/>
                    <a:pt x="57162" y="305626"/>
                  </a:cubicBezTo>
                  <a:lnTo>
                    <a:pt x="57162" y="305626"/>
                  </a:lnTo>
                  <a:cubicBezTo>
                    <a:pt x="42001" y="305626"/>
                    <a:pt x="27462" y="299603"/>
                    <a:pt x="16742" y="288883"/>
                  </a:cubicBezTo>
                  <a:cubicBezTo>
                    <a:pt x="6022" y="278164"/>
                    <a:pt x="0" y="263624"/>
                    <a:pt x="0" y="248464"/>
                  </a:cubicBezTo>
                  <a:lnTo>
                    <a:pt x="0" y="57162"/>
                  </a:lnTo>
                  <a:cubicBezTo>
                    <a:pt x="0" y="42001"/>
                    <a:pt x="6022" y="27462"/>
                    <a:pt x="16742" y="16742"/>
                  </a:cubicBezTo>
                  <a:cubicBezTo>
                    <a:pt x="27462" y="6022"/>
                    <a:pt x="42001" y="0"/>
                    <a:pt x="57162" y="0"/>
                  </a:cubicBezTo>
                  <a:close/>
                </a:path>
              </a:pathLst>
            </a:custGeom>
            <a:solidFill>
              <a:srgbClr val="FF54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4323" cy="343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60927" y="1590619"/>
            <a:ext cx="350552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sz="65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Key features</a:t>
            </a:r>
          </a:p>
        </p:txBody>
      </p:sp>
      <p:sp>
        <p:nvSpPr>
          <p:cNvPr id="24" name="Freeform 24"/>
          <p:cNvSpPr/>
          <p:nvPr/>
        </p:nvSpPr>
        <p:spPr>
          <a:xfrm rot="-5571063">
            <a:off x="16426052" y="2068596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8" y="0"/>
                </a:lnTo>
                <a:lnTo>
                  <a:pt x="1738738" y="1859613"/>
                </a:lnTo>
                <a:lnTo>
                  <a:pt x="0" y="1859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 flipV="1">
            <a:off x="2002213" y="2705100"/>
            <a:ext cx="1587474" cy="0"/>
          </a:xfrm>
          <a:prstGeom prst="line">
            <a:avLst/>
          </a:prstGeom>
          <a:ln w="19050" cap="flat">
            <a:solidFill>
              <a:srgbClr val="FF54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2"/>
          <p:cNvSpPr/>
          <p:nvPr/>
        </p:nvSpPr>
        <p:spPr>
          <a:xfrm rot="489369" flipH="1" flipV="1">
            <a:off x="17147308" y="9079821"/>
            <a:ext cx="2781892" cy="1801275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5"/>
                </a:moveTo>
                <a:lnTo>
                  <a:pt x="0" y="1801275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5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-198717" y="3521761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0" y="0"/>
                </a:moveTo>
                <a:lnTo>
                  <a:pt x="937280" y="0"/>
                </a:lnTo>
                <a:lnTo>
                  <a:pt x="937280" y="939237"/>
                </a:lnTo>
                <a:lnTo>
                  <a:pt x="0" y="939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629400" y="958277"/>
            <a:ext cx="2278525" cy="2025039"/>
          </a:xfrm>
          <a:custGeom>
            <a:avLst/>
            <a:gdLst/>
            <a:ahLst/>
            <a:cxnLst/>
            <a:rect l="l" t="t" r="r" b="b"/>
            <a:pathLst>
              <a:path w="2278525" h="2025039">
                <a:moveTo>
                  <a:pt x="0" y="0"/>
                </a:moveTo>
                <a:lnTo>
                  <a:pt x="2278524" y="0"/>
                </a:lnTo>
                <a:lnTo>
                  <a:pt x="2278524" y="2025039"/>
                </a:lnTo>
                <a:lnTo>
                  <a:pt x="0" y="2025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>
            <a:off x="7119592" y="9015822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937280" y="0"/>
                </a:moveTo>
                <a:lnTo>
                  <a:pt x="0" y="0"/>
                </a:lnTo>
                <a:lnTo>
                  <a:pt x="0" y="939237"/>
                </a:lnTo>
                <a:lnTo>
                  <a:pt x="937280" y="939237"/>
                </a:lnTo>
                <a:lnTo>
                  <a:pt x="93728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4" name="TextBox 18">
            <a:extLst>
              <a:ext uri="{FF2B5EF4-FFF2-40B4-BE49-F238E27FC236}">
                <a16:creationId xmlns:a16="http://schemas.microsoft.com/office/drawing/2014/main" id="{AE3E1FB6-32F4-F52B-A11E-6AA7D61485F0}"/>
              </a:ext>
            </a:extLst>
          </p:cNvPr>
          <p:cNvSpPr txBox="1"/>
          <p:nvPr/>
        </p:nvSpPr>
        <p:spPr>
          <a:xfrm>
            <a:off x="2438400" y="3503979"/>
            <a:ext cx="569398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 homepage displaying the latest recipes.</a:t>
            </a:r>
          </a:p>
        </p:txBody>
      </p:sp>
      <p:sp>
        <p:nvSpPr>
          <p:cNvPr id="45" name="TextBox 18">
            <a:extLst>
              <a:ext uri="{FF2B5EF4-FFF2-40B4-BE49-F238E27FC236}">
                <a16:creationId xmlns:a16="http://schemas.microsoft.com/office/drawing/2014/main" id="{A1563DC4-EC23-DAB1-92A2-1225C177908F}"/>
              </a:ext>
            </a:extLst>
          </p:cNvPr>
          <p:cNvSpPr txBox="1"/>
          <p:nvPr/>
        </p:nvSpPr>
        <p:spPr>
          <a:xfrm>
            <a:off x="2438400" y="4862036"/>
            <a:ext cx="5472861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 detailed page for each recipe (ingredients – preparation steps – image).</a:t>
            </a:r>
          </a:p>
        </p:txBody>
      </p:sp>
      <p:sp>
        <p:nvSpPr>
          <p:cNvPr id="46" name="TextBox 18">
            <a:extLst>
              <a:ext uri="{FF2B5EF4-FFF2-40B4-BE49-F238E27FC236}">
                <a16:creationId xmlns:a16="http://schemas.microsoft.com/office/drawing/2014/main" id="{D5B67BBA-2EEF-62D8-0C5C-65D645378823}"/>
              </a:ext>
            </a:extLst>
          </p:cNvPr>
          <p:cNvSpPr txBox="1"/>
          <p:nvPr/>
        </p:nvSpPr>
        <p:spPr>
          <a:xfrm>
            <a:off x="2438400" y="6309836"/>
            <a:ext cx="5472861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Ability to search for recipes by title or ingredients.</a:t>
            </a:r>
          </a:p>
        </p:txBody>
      </p:sp>
      <p:sp>
        <p:nvSpPr>
          <p:cNvPr id="47" name="TextBox 18">
            <a:extLst>
              <a:ext uri="{FF2B5EF4-FFF2-40B4-BE49-F238E27FC236}">
                <a16:creationId xmlns:a16="http://schemas.microsoft.com/office/drawing/2014/main" id="{A0696A94-38D6-E077-843F-FB103A12B9E2}"/>
              </a:ext>
            </a:extLst>
          </p:cNvPr>
          <p:cNvSpPr txBox="1"/>
          <p:nvPr/>
        </p:nvSpPr>
        <p:spPr>
          <a:xfrm>
            <a:off x="2451124" y="7833836"/>
            <a:ext cx="5472861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 “Add Recipe” page with image upload.</a:t>
            </a:r>
          </a:p>
        </p:txBody>
      </p:sp>
      <p:sp>
        <p:nvSpPr>
          <p:cNvPr id="48" name="TextBox 18">
            <a:extLst>
              <a:ext uri="{FF2B5EF4-FFF2-40B4-BE49-F238E27FC236}">
                <a16:creationId xmlns:a16="http://schemas.microsoft.com/office/drawing/2014/main" id="{34C44DD1-F495-7928-B0D0-E3DC61D18A6F}"/>
              </a:ext>
            </a:extLst>
          </p:cNvPr>
          <p:cNvSpPr txBox="1"/>
          <p:nvPr/>
        </p:nvSpPr>
        <p:spPr>
          <a:xfrm>
            <a:off x="10532158" y="3478768"/>
            <a:ext cx="547286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Login/Logout system using PHP Sessions.</a:t>
            </a:r>
          </a:p>
        </p:txBody>
      </p:sp>
      <p:sp>
        <p:nvSpPr>
          <p:cNvPr id="49" name="TextBox 18">
            <a:extLst>
              <a:ext uri="{FF2B5EF4-FFF2-40B4-BE49-F238E27FC236}">
                <a16:creationId xmlns:a16="http://schemas.microsoft.com/office/drawing/2014/main" id="{1BB5BDE5-DCF4-BF27-C797-DB4345D11507}"/>
              </a:ext>
            </a:extLst>
          </p:cNvPr>
          <p:cNvSpPr txBox="1"/>
          <p:nvPr/>
        </p:nvSpPr>
        <p:spPr>
          <a:xfrm>
            <a:off x="10488276" y="5067300"/>
            <a:ext cx="7266324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 admin dashboard showing statistics (number of users, number of recipes, today’s recipes) and allowing full CRUD operations (Add – Edit – Delete – View) for both users and recipes.</a:t>
            </a:r>
          </a:p>
        </p:txBody>
      </p:sp>
      <p:sp>
        <p:nvSpPr>
          <p:cNvPr id="50" name="TextBox 18">
            <a:extLst>
              <a:ext uri="{FF2B5EF4-FFF2-40B4-BE49-F238E27FC236}">
                <a16:creationId xmlns:a16="http://schemas.microsoft.com/office/drawing/2014/main" id="{4E6EBE3F-6FB0-2547-2BC3-5172A4C0BAE9}"/>
              </a:ext>
            </a:extLst>
          </p:cNvPr>
          <p:cNvSpPr txBox="1"/>
          <p:nvPr/>
        </p:nvSpPr>
        <p:spPr>
          <a:xfrm>
            <a:off x="10515600" y="7323772"/>
            <a:ext cx="5693987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Smart Recipe Builder (Unique Feature):</a:t>
            </a:r>
          </a:p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Enter available ingredients.</a:t>
            </a:r>
          </a:p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Display matching recipes.</a:t>
            </a:r>
          </a:p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Sort results by compatibility percentage.</a:t>
            </a:r>
          </a:p>
        </p:txBody>
      </p:sp>
      <p:grpSp>
        <p:nvGrpSpPr>
          <p:cNvPr id="51" name="مجموعة 50">
            <a:extLst>
              <a:ext uri="{FF2B5EF4-FFF2-40B4-BE49-F238E27FC236}">
                <a16:creationId xmlns:a16="http://schemas.microsoft.com/office/drawing/2014/main" id="{07465402-0546-EBF2-A50F-5109CE144437}"/>
              </a:ext>
            </a:extLst>
          </p:cNvPr>
          <p:cNvGrpSpPr/>
          <p:nvPr/>
        </p:nvGrpSpPr>
        <p:grpSpPr>
          <a:xfrm>
            <a:off x="1212900" y="3278107"/>
            <a:ext cx="867372" cy="872129"/>
            <a:chOff x="2002213" y="3705297"/>
            <a:chExt cx="867372" cy="872129"/>
          </a:xfrm>
        </p:grpSpPr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4123CC46-3D8E-2F58-6B6C-7BC0A2ACA91A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3" name="TextBox 16">
              <a:extLst>
                <a:ext uri="{FF2B5EF4-FFF2-40B4-BE49-F238E27FC236}">
                  <a16:creationId xmlns:a16="http://schemas.microsoft.com/office/drawing/2014/main" id="{2BD7704F-38A0-3018-1BDF-EB31DAFFED6B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257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id="54" name="مجموعة 53">
            <a:extLst>
              <a:ext uri="{FF2B5EF4-FFF2-40B4-BE49-F238E27FC236}">
                <a16:creationId xmlns:a16="http://schemas.microsoft.com/office/drawing/2014/main" id="{EFD73AF7-C85C-F260-2D70-4505FC86E6E1}"/>
              </a:ext>
            </a:extLst>
          </p:cNvPr>
          <p:cNvGrpSpPr/>
          <p:nvPr/>
        </p:nvGrpSpPr>
        <p:grpSpPr>
          <a:xfrm>
            <a:off x="1212900" y="4764808"/>
            <a:ext cx="867372" cy="872129"/>
            <a:chOff x="2002213" y="3705297"/>
            <a:chExt cx="867372" cy="872129"/>
          </a:xfrm>
        </p:grpSpPr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37147B05-E865-3796-50C6-58857CBAA3DD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6" name="TextBox 16">
              <a:extLst>
                <a:ext uri="{FF2B5EF4-FFF2-40B4-BE49-F238E27FC236}">
                  <a16:creationId xmlns:a16="http://schemas.microsoft.com/office/drawing/2014/main" id="{2FF3B538-A708-8221-EE0F-3F62F67E959F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30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id="57" name="مجموعة 56">
            <a:extLst>
              <a:ext uri="{FF2B5EF4-FFF2-40B4-BE49-F238E27FC236}">
                <a16:creationId xmlns:a16="http://schemas.microsoft.com/office/drawing/2014/main" id="{BB908A4C-E3A4-53ED-F527-F1C5EB651DD4}"/>
              </a:ext>
            </a:extLst>
          </p:cNvPr>
          <p:cNvGrpSpPr/>
          <p:nvPr/>
        </p:nvGrpSpPr>
        <p:grpSpPr>
          <a:xfrm>
            <a:off x="1212900" y="6260963"/>
            <a:ext cx="867372" cy="872129"/>
            <a:chOff x="2002213" y="3705297"/>
            <a:chExt cx="867372" cy="872129"/>
          </a:xfrm>
        </p:grpSpPr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1C5781E4-293A-E68E-C676-93E7774F68B7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9" name="TextBox 16">
              <a:extLst>
                <a:ext uri="{FF2B5EF4-FFF2-40B4-BE49-F238E27FC236}">
                  <a16:creationId xmlns:a16="http://schemas.microsoft.com/office/drawing/2014/main" id="{84C59282-6E02-B264-7A6C-8EB3E2AB7378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30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grpSp>
        <p:nvGrpSpPr>
          <p:cNvPr id="60" name="مجموعة 59">
            <a:extLst>
              <a:ext uri="{FF2B5EF4-FFF2-40B4-BE49-F238E27FC236}">
                <a16:creationId xmlns:a16="http://schemas.microsoft.com/office/drawing/2014/main" id="{9F8F521C-28CA-2387-F5C9-6E6FE329F0B6}"/>
              </a:ext>
            </a:extLst>
          </p:cNvPr>
          <p:cNvGrpSpPr/>
          <p:nvPr/>
        </p:nvGrpSpPr>
        <p:grpSpPr>
          <a:xfrm>
            <a:off x="1212900" y="7824252"/>
            <a:ext cx="867372" cy="872129"/>
            <a:chOff x="2002213" y="3705297"/>
            <a:chExt cx="867372" cy="872129"/>
          </a:xfrm>
        </p:grpSpPr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B7785ECE-92AB-31E7-8D8A-BAD9CEE6CD87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2" name="TextBox 16">
              <a:extLst>
                <a:ext uri="{FF2B5EF4-FFF2-40B4-BE49-F238E27FC236}">
                  <a16:creationId xmlns:a16="http://schemas.microsoft.com/office/drawing/2014/main" id="{54E74EFE-5171-4796-B191-4CDEC247644A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30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grpSp>
        <p:nvGrpSpPr>
          <p:cNvPr id="63" name="مجموعة 62">
            <a:extLst>
              <a:ext uri="{FF2B5EF4-FFF2-40B4-BE49-F238E27FC236}">
                <a16:creationId xmlns:a16="http://schemas.microsoft.com/office/drawing/2014/main" id="{5E01AF59-422A-CDB7-5D6C-5FC010AE98A8}"/>
              </a:ext>
            </a:extLst>
          </p:cNvPr>
          <p:cNvGrpSpPr/>
          <p:nvPr/>
        </p:nvGrpSpPr>
        <p:grpSpPr>
          <a:xfrm>
            <a:off x="9267228" y="4990575"/>
            <a:ext cx="867372" cy="872129"/>
            <a:chOff x="2002213" y="3705297"/>
            <a:chExt cx="867372" cy="872129"/>
          </a:xfrm>
        </p:grpSpPr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D1EAB424-1293-F7F7-CE31-8F25A59BB3C0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5" name="TextBox 16">
              <a:extLst>
                <a:ext uri="{FF2B5EF4-FFF2-40B4-BE49-F238E27FC236}">
                  <a16:creationId xmlns:a16="http://schemas.microsoft.com/office/drawing/2014/main" id="{98570D60-8529-BBFD-B16B-4B2CB84D2654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30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</a:t>
              </a:r>
            </a:p>
          </p:txBody>
        </p:sp>
      </p:grpSp>
      <p:grpSp>
        <p:nvGrpSpPr>
          <p:cNvPr id="66" name="مجموعة 65">
            <a:extLst>
              <a:ext uri="{FF2B5EF4-FFF2-40B4-BE49-F238E27FC236}">
                <a16:creationId xmlns:a16="http://schemas.microsoft.com/office/drawing/2014/main" id="{AAE2F816-7CA6-0980-EB30-B8C180C88FE4}"/>
              </a:ext>
            </a:extLst>
          </p:cNvPr>
          <p:cNvGrpSpPr/>
          <p:nvPr/>
        </p:nvGrpSpPr>
        <p:grpSpPr>
          <a:xfrm>
            <a:off x="9267228" y="3278106"/>
            <a:ext cx="867372" cy="872129"/>
            <a:chOff x="2002213" y="3705297"/>
            <a:chExt cx="867372" cy="872129"/>
          </a:xfrm>
        </p:grpSpPr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2D38935A-7B73-2D52-3E0B-98547DE29541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8" name="TextBox 16">
              <a:extLst>
                <a:ext uri="{FF2B5EF4-FFF2-40B4-BE49-F238E27FC236}">
                  <a16:creationId xmlns:a16="http://schemas.microsoft.com/office/drawing/2014/main" id="{B8D269C9-1506-FC33-958F-8C77DF456565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30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</p:grpSp>
      <p:grpSp>
        <p:nvGrpSpPr>
          <p:cNvPr id="70" name="مجموعة 69">
            <a:extLst>
              <a:ext uri="{FF2B5EF4-FFF2-40B4-BE49-F238E27FC236}">
                <a16:creationId xmlns:a16="http://schemas.microsoft.com/office/drawing/2014/main" id="{4B3F9CDC-282D-D871-A0DB-64A3A1DC83A8}"/>
              </a:ext>
            </a:extLst>
          </p:cNvPr>
          <p:cNvGrpSpPr/>
          <p:nvPr/>
        </p:nvGrpSpPr>
        <p:grpSpPr>
          <a:xfrm>
            <a:off x="9267228" y="7124700"/>
            <a:ext cx="867372" cy="872129"/>
            <a:chOff x="2002213" y="3705297"/>
            <a:chExt cx="867372" cy="872129"/>
          </a:xfrm>
        </p:grpSpPr>
        <p:sp>
          <p:nvSpPr>
            <p:cNvPr id="71" name="Freeform 15">
              <a:extLst>
                <a:ext uri="{FF2B5EF4-FFF2-40B4-BE49-F238E27FC236}">
                  <a16:creationId xmlns:a16="http://schemas.microsoft.com/office/drawing/2014/main" id="{AA7CF379-93D1-34BF-1A6C-C31227D33707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2" name="TextBox 16">
              <a:extLst>
                <a:ext uri="{FF2B5EF4-FFF2-40B4-BE49-F238E27FC236}">
                  <a16:creationId xmlns:a16="http://schemas.microsoft.com/office/drawing/2014/main" id="{70AA5254-B4A6-EC05-E57B-275D9A00C677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30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07</a:t>
              </a:r>
            </a:p>
          </p:txBody>
        </p:sp>
      </p:grpSp>
      <p:sp>
        <p:nvSpPr>
          <p:cNvPr id="73" name="Freeform 20">
            <a:extLst>
              <a:ext uri="{FF2B5EF4-FFF2-40B4-BE49-F238E27FC236}">
                <a16:creationId xmlns:a16="http://schemas.microsoft.com/office/drawing/2014/main" id="{D2EBEC5F-5AD4-B789-BF9D-53906752CD4E}"/>
              </a:ext>
            </a:extLst>
          </p:cNvPr>
          <p:cNvSpPr/>
          <p:nvPr/>
        </p:nvSpPr>
        <p:spPr>
          <a:xfrm>
            <a:off x="17341783" y="470825"/>
            <a:ext cx="312377" cy="180611"/>
          </a:xfrm>
          <a:custGeom>
            <a:avLst/>
            <a:gdLst/>
            <a:ahLst/>
            <a:cxnLst/>
            <a:rect l="l" t="t" r="r" b="b"/>
            <a:pathLst>
              <a:path w="312377" h="180611">
                <a:moveTo>
                  <a:pt x="0" y="0"/>
                </a:moveTo>
                <a:lnTo>
                  <a:pt x="312377" y="0"/>
                </a:lnTo>
                <a:lnTo>
                  <a:pt x="312377" y="180610"/>
                </a:lnTo>
                <a:lnTo>
                  <a:pt x="0" y="1806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4" name="TextBox 26">
            <a:extLst>
              <a:ext uri="{FF2B5EF4-FFF2-40B4-BE49-F238E27FC236}">
                <a16:creationId xmlns:a16="http://schemas.microsoft.com/office/drawing/2014/main" id="{EE47C818-6413-8868-495B-0665FE6E919B}"/>
              </a:ext>
            </a:extLst>
          </p:cNvPr>
          <p:cNvSpPr txBox="1"/>
          <p:nvPr/>
        </p:nvSpPr>
        <p:spPr>
          <a:xfrm>
            <a:off x="6280150" y="481836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OVERVIEW</a:t>
            </a:r>
          </a:p>
        </p:txBody>
      </p:sp>
      <p:sp>
        <p:nvSpPr>
          <p:cNvPr id="75" name="TextBox 26">
            <a:extLst>
              <a:ext uri="{FF2B5EF4-FFF2-40B4-BE49-F238E27FC236}">
                <a16:creationId xmlns:a16="http://schemas.microsoft.com/office/drawing/2014/main" id="{FFD4F24E-E53B-2A13-BD47-A9D5AC031456}"/>
              </a:ext>
            </a:extLst>
          </p:cNvPr>
          <p:cNvSpPr txBox="1"/>
          <p:nvPr/>
        </p:nvSpPr>
        <p:spPr>
          <a:xfrm>
            <a:off x="7848600" y="482398"/>
            <a:ext cx="1486031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5400"/>
                </a:solidFill>
                <a:latin typeface="Zuume Rough Bold"/>
                <a:sym typeface="Open Sans"/>
              </a:rPr>
              <a:t>Key features</a:t>
            </a:r>
          </a:p>
        </p:txBody>
      </p:sp>
      <p:sp>
        <p:nvSpPr>
          <p:cNvPr id="76" name="TextBox 26">
            <a:extLst>
              <a:ext uri="{FF2B5EF4-FFF2-40B4-BE49-F238E27FC236}">
                <a16:creationId xmlns:a16="http://schemas.microsoft.com/office/drawing/2014/main" id="{04ED951F-74EC-87C3-6EC0-F421057CE0BD}"/>
              </a:ext>
            </a:extLst>
          </p:cNvPr>
          <p:cNvSpPr txBox="1"/>
          <p:nvPr/>
        </p:nvSpPr>
        <p:spPr>
          <a:xfrm>
            <a:off x="9589687" y="190500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Technical Implementation</a:t>
            </a:r>
          </a:p>
        </p:txBody>
      </p:sp>
      <p:sp>
        <p:nvSpPr>
          <p:cNvPr id="77" name="TextBox 26">
            <a:extLst>
              <a:ext uri="{FF2B5EF4-FFF2-40B4-BE49-F238E27FC236}">
                <a16:creationId xmlns:a16="http://schemas.microsoft.com/office/drawing/2014/main" id="{287AB0C1-567A-4AEB-0186-76F6671C8D55}"/>
              </a:ext>
            </a:extLst>
          </p:cNvPr>
          <p:cNvSpPr txBox="1"/>
          <p:nvPr/>
        </p:nvSpPr>
        <p:spPr>
          <a:xfrm>
            <a:off x="11918950" y="486969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Challenges</a:t>
            </a:r>
            <a:endParaRPr lang="en-US" sz="2400" dirty="0">
              <a:solidFill>
                <a:srgbClr val="FFFFFF"/>
              </a:solidFill>
              <a:latin typeface="Zuume Rough Bold"/>
              <a:sym typeface="Open Sans"/>
            </a:endParaRPr>
          </a:p>
        </p:txBody>
      </p:sp>
      <p:sp>
        <p:nvSpPr>
          <p:cNvPr id="78" name="TextBox 26">
            <a:extLst>
              <a:ext uri="{FF2B5EF4-FFF2-40B4-BE49-F238E27FC236}">
                <a16:creationId xmlns:a16="http://schemas.microsoft.com/office/drawing/2014/main" id="{6FCDA40C-9869-0EB5-DFA3-AE2A75AE5947}"/>
              </a:ext>
            </a:extLst>
          </p:cNvPr>
          <p:cNvSpPr txBox="1"/>
          <p:nvPr/>
        </p:nvSpPr>
        <p:spPr>
          <a:xfrm>
            <a:off x="13582025" y="183241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Future Enhancements</a:t>
            </a:r>
          </a:p>
        </p:txBody>
      </p:sp>
      <p:sp>
        <p:nvSpPr>
          <p:cNvPr id="79" name="TextBox 26">
            <a:extLst>
              <a:ext uri="{FF2B5EF4-FFF2-40B4-BE49-F238E27FC236}">
                <a16:creationId xmlns:a16="http://schemas.microsoft.com/office/drawing/2014/main" id="{0C49EE9B-BEE5-6924-9A3D-CE336F8CBFD7}"/>
              </a:ext>
            </a:extLst>
          </p:cNvPr>
          <p:cNvSpPr txBox="1"/>
          <p:nvPr/>
        </p:nvSpPr>
        <p:spPr>
          <a:xfrm>
            <a:off x="15707448" y="356870"/>
            <a:ext cx="138149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Teamwork</a:t>
            </a:r>
          </a:p>
        </p:txBody>
      </p:sp>
      <p:sp>
        <p:nvSpPr>
          <p:cNvPr id="80" name="TextBox 22">
            <a:extLst>
              <a:ext uri="{FF2B5EF4-FFF2-40B4-BE49-F238E27FC236}">
                <a16:creationId xmlns:a16="http://schemas.microsoft.com/office/drawing/2014/main" id="{157DA761-5726-9701-28D5-C56EAB5A22C6}"/>
              </a:ext>
            </a:extLst>
          </p:cNvPr>
          <p:cNvSpPr txBox="1"/>
          <p:nvPr/>
        </p:nvSpPr>
        <p:spPr>
          <a:xfrm>
            <a:off x="1102843" y="541536"/>
            <a:ext cx="1926211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World of flavors</a:t>
            </a:r>
          </a:p>
        </p:txBody>
      </p:sp>
      <p:pic>
        <p:nvPicPr>
          <p:cNvPr id="81" name="صورة 80">
            <a:extLst>
              <a:ext uri="{FF2B5EF4-FFF2-40B4-BE49-F238E27FC236}">
                <a16:creationId xmlns:a16="http://schemas.microsoft.com/office/drawing/2014/main" id="{A43DEAFE-5F60-870B-F3CE-3B25AE4D2FC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9" y="247983"/>
            <a:ext cx="516395" cy="51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96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937" y="60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033270" y="3898874"/>
            <a:ext cx="1830337" cy="293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PHP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02113" y="1104900"/>
            <a:ext cx="6957648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25"/>
              </a:lnSpc>
            </a:pPr>
            <a:r>
              <a:rPr lang="en-US" sz="65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Technical Implementation</a:t>
            </a:r>
          </a:p>
        </p:txBody>
      </p:sp>
      <p:sp>
        <p:nvSpPr>
          <p:cNvPr id="31" name="AutoShape 31"/>
          <p:cNvSpPr/>
          <p:nvPr/>
        </p:nvSpPr>
        <p:spPr>
          <a:xfrm flipV="1">
            <a:off x="8350263" y="2095500"/>
            <a:ext cx="1587474" cy="0"/>
          </a:xfrm>
          <a:prstGeom prst="line">
            <a:avLst/>
          </a:prstGeom>
          <a:ln w="19050" cap="flat">
            <a:solidFill>
              <a:srgbClr val="FF54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Freeform 32"/>
          <p:cNvSpPr/>
          <p:nvPr/>
        </p:nvSpPr>
        <p:spPr>
          <a:xfrm rot="-467201" flipH="1" flipV="1">
            <a:off x="265497" y="8377537"/>
            <a:ext cx="2781892" cy="1801275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5"/>
                </a:moveTo>
                <a:lnTo>
                  <a:pt x="0" y="1801275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5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719164" y="1676507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0" y="0"/>
                </a:moveTo>
                <a:lnTo>
                  <a:pt x="937280" y="0"/>
                </a:lnTo>
                <a:lnTo>
                  <a:pt x="937280" y="939236"/>
                </a:lnTo>
                <a:lnTo>
                  <a:pt x="0" y="939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-5571063">
            <a:off x="16989138" y="8726248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8" y="0"/>
                </a:lnTo>
                <a:lnTo>
                  <a:pt x="1738738" y="1859613"/>
                </a:lnTo>
                <a:lnTo>
                  <a:pt x="0" y="1859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268035" y="1233789"/>
            <a:ext cx="1897490" cy="1686394"/>
          </a:xfrm>
          <a:custGeom>
            <a:avLst/>
            <a:gdLst/>
            <a:ahLst/>
            <a:cxnLst/>
            <a:rect l="l" t="t" r="r" b="b"/>
            <a:pathLst>
              <a:path w="1897490" h="1686394">
                <a:moveTo>
                  <a:pt x="0" y="0"/>
                </a:moveTo>
                <a:lnTo>
                  <a:pt x="1897490" y="0"/>
                </a:lnTo>
                <a:lnTo>
                  <a:pt x="1897490" y="1686394"/>
                </a:lnTo>
                <a:lnTo>
                  <a:pt x="0" y="1686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62" name="صورة 61">
            <a:extLst>
              <a:ext uri="{FF2B5EF4-FFF2-40B4-BE49-F238E27FC236}">
                <a16:creationId xmlns:a16="http://schemas.microsoft.com/office/drawing/2014/main" id="{726A9550-FF08-A9FA-4293-563BF301908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052" y="5801008"/>
            <a:ext cx="3316202" cy="2210801"/>
          </a:xfrm>
          <a:prstGeom prst="rect">
            <a:avLst/>
          </a:prstGeom>
        </p:spPr>
      </p:pic>
      <p:sp>
        <p:nvSpPr>
          <p:cNvPr id="63" name="TextBox 18">
            <a:extLst>
              <a:ext uri="{FF2B5EF4-FFF2-40B4-BE49-F238E27FC236}">
                <a16:creationId xmlns:a16="http://schemas.microsoft.com/office/drawing/2014/main" id="{7E28FA8C-68E3-E5A6-328A-960F77CA05DD}"/>
              </a:ext>
            </a:extLst>
          </p:cNvPr>
          <p:cNvSpPr txBox="1"/>
          <p:nvPr/>
        </p:nvSpPr>
        <p:spPr>
          <a:xfrm>
            <a:off x="1524000" y="4430014"/>
            <a:ext cx="524426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Form handling.</a:t>
            </a:r>
          </a:p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CRUD operations on the database.</a:t>
            </a:r>
          </a:p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Session management (Login/Logout).</a:t>
            </a:r>
          </a:p>
        </p:txBody>
      </p:sp>
      <p:sp>
        <p:nvSpPr>
          <p:cNvPr id="64" name="TextBox 18">
            <a:extLst>
              <a:ext uri="{FF2B5EF4-FFF2-40B4-BE49-F238E27FC236}">
                <a16:creationId xmlns:a16="http://schemas.microsoft.com/office/drawing/2014/main" id="{47EEC4D4-F743-7516-889F-DBE5820F1195}"/>
              </a:ext>
            </a:extLst>
          </p:cNvPr>
          <p:cNvSpPr txBox="1"/>
          <p:nvPr/>
        </p:nvSpPr>
        <p:spPr>
          <a:xfrm>
            <a:off x="10702862" y="4506046"/>
            <a:ext cx="6957648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Store recipe and user data.</a:t>
            </a:r>
          </a:p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Queries: SELECT, INSERT, UPDATE, DELETE.</a:t>
            </a:r>
          </a:p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Link recipes to users via Foreign Key.</a:t>
            </a:r>
          </a:p>
        </p:txBody>
      </p:sp>
      <p:sp>
        <p:nvSpPr>
          <p:cNvPr id="65" name="TextBox 18">
            <a:extLst>
              <a:ext uri="{FF2B5EF4-FFF2-40B4-BE49-F238E27FC236}">
                <a16:creationId xmlns:a16="http://schemas.microsoft.com/office/drawing/2014/main" id="{08458CD1-470D-5413-6B32-B5227755A4A5}"/>
              </a:ext>
            </a:extLst>
          </p:cNvPr>
          <p:cNvSpPr txBox="1"/>
          <p:nvPr/>
        </p:nvSpPr>
        <p:spPr>
          <a:xfrm>
            <a:off x="1511300" y="8291036"/>
            <a:ext cx="61722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Responsive design for all devices.</a:t>
            </a:r>
          </a:p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Font Awesome icons for a modern interface.</a:t>
            </a:r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1C688622-248A-4C0D-40F4-A48D70D6E8B3}"/>
              </a:ext>
            </a:extLst>
          </p:cNvPr>
          <p:cNvSpPr txBox="1"/>
          <p:nvPr/>
        </p:nvSpPr>
        <p:spPr>
          <a:xfrm>
            <a:off x="10712106" y="8291036"/>
            <a:ext cx="704249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Input validation.</a:t>
            </a:r>
          </a:p>
          <a:p>
            <a:pPr marL="34290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Enhanced user experience (e.g., password strength indicator).</a:t>
            </a:r>
          </a:p>
        </p:txBody>
      </p:sp>
      <p:sp>
        <p:nvSpPr>
          <p:cNvPr id="67" name="TextBox 14">
            <a:extLst>
              <a:ext uri="{FF2B5EF4-FFF2-40B4-BE49-F238E27FC236}">
                <a16:creationId xmlns:a16="http://schemas.microsoft.com/office/drawing/2014/main" id="{06BF4AB5-F1B5-E914-8B57-718EF5E5C86A}"/>
              </a:ext>
            </a:extLst>
          </p:cNvPr>
          <p:cNvSpPr txBox="1"/>
          <p:nvPr/>
        </p:nvSpPr>
        <p:spPr>
          <a:xfrm>
            <a:off x="3033269" y="7851050"/>
            <a:ext cx="1830337" cy="293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MySQL</a:t>
            </a:r>
          </a:p>
        </p:txBody>
      </p:sp>
      <p:sp>
        <p:nvSpPr>
          <p:cNvPr id="68" name="TextBox 14">
            <a:extLst>
              <a:ext uri="{FF2B5EF4-FFF2-40B4-BE49-F238E27FC236}">
                <a16:creationId xmlns:a16="http://schemas.microsoft.com/office/drawing/2014/main" id="{7D0A46D4-04DF-1B30-7A65-66953EF5019D}"/>
              </a:ext>
            </a:extLst>
          </p:cNvPr>
          <p:cNvSpPr txBox="1"/>
          <p:nvPr/>
        </p:nvSpPr>
        <p:spPr>
          <a:xfrm>
            <a:off x="11519160" y="3878998"/>
            <a:ext cx="4674970" cy="293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Bootstrap          &amp;           CSS</a:t>
            </a: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C102B20D-BB23-4039-A941-4157D382BE6E}"/>
              </a:ext>
            </a:extLst>
          </p:cNvPr>
          <p:cNvSpPr txBox="1"/>
          <p:nvPr/>
        </p:nvSpPr>
        <p:spPr>
          <a:xfrm>
            <a:off x="13319351" y="7965269"/>
            <a:ext cx="1830337" cy="293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JavaScript</a:t>
            </a:r>
          </a:p>
        </p:txBody>
      </p:sp>
      <p:pic>
        <p:nvPicPr>
          <p:cNvPr id="71" name="صورة 70">
            <a:extLst>
              <a:ext uri="{FF2B5EF4-FFF2-40B4-BE49-F238E27FC236}">
                <a16:creationId xmlns:a16="http://schemas.microsoft.com/office/drawing/2014/main" id="{E179F60F-59B0-EED6-230F-F678F96A70F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276" y="2287745"/>
            <a:ext cx="2743200" cy="1479630"/>
          </a:xfrm>
          <a:prstGeom prst="rect">
            <a:avLst/>
          </a:prstGeom>
        </p:spPr>
      </p:pic>
      <p:pic>
        <p:nvPicPr>
          <p:cNvPr id="54" name="صورة 53">
            <a:extLst>
              <a:ext uri="{FF2B5EF4-FFF2-40B4-BE49-F238E27FC236}">
                <a16:creationId xmlns:a16="http://schemas.microsoft.com/office/drawing/2014/main" id="{07E0B18F-932C-38EA-BB7A-7546B0304B4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839" y="2195606"/>
            <a:ext cx="2743200" cy="1479630"/>
          </a:xfrm>
          <a:prstGeom prst="rect">
            <a:avLst/>
          </a:prstGeom>
        </p:spPr>
      </p:pic>
      <p:pic>
        <p:nvPicPr>
          <p:cNvPr id="73" name="صورة 72">
            <a:extLst>
              <a:ext uri="{FF2B5EF4-FFF2-40B4-BE49-F238E27FC236}">
                <a16:creationId xmlns:a16="http://schemas.microsoft.com/office/drawing/2014/main" id="{AD9557FD-BF58-B1B5-6A1D-A02BFA6221A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7533" y="2252333"/>
            <a:ext cx="1353312" cy="1353312"/>
          </a:xfrm>
          <a:prstGeom prst="rect">
            <a:avLst/>
          </a:prstGeom>
        </p:spPr>
      </p:pic>
      <p:pic>
        <p:nvPicPr>
          <p:cNvPr id="56" name="صورة 55">
            <a:extLst>
              <a:ext uri="{FF2B5EF4-FFF2-40B4-BE49-F238E27FC236}">
                <a16:creationId xmlns:a16="http://schemas.microsoft.com/office/drawing/2014/main" id="{97F8048B-53AD-48E5-0AF5-D58824D6CEA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0" y="2195606"/>
            <a:ext cx="1349886" cy="1349886"/>
          </a:xfrm>
          <a:prstGeom prst="rect">
            <a:avLst/>
          </a:prstGeom>
        </p:spPr>
      </p:pic>
      <p:pic>
        <p:nvPicPr>
          <p:cNvPr id="75" name="صورة 74">
            <a:extLst>
              <a:ext uri="{FF2B5EF4-FFF2-40B4-BE49-F238E27FC236}">
                <a16:creationId xmlns:a16="http://schemas.microsoft.com/office/drawing/2014/main" id="{61136049-8425-C62E-D591-509061A9A06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1713" y="1777841"/>
            <a:ext cx="2185416" cy="2185416"/>
          </a:xfrm>
          <a:prstGeom prst="rect">
            <a:avLst/>
          </a:prstGeom>
        </p:spPr>
      </p:pic>
      <p:pic>
        <p:nvPicPr>
          <p:cNvPr id="58" name="صورة 57">
            <a:extLst>
              <a:ext uri="{FF2B5EF4-FFF2-40B4-BE49-F238E27FC236}">
                <a16:creationId xmlns:a16="http://schemas.microsoft.com/office/drawing/2014/main" id="{90322E02-F8E6-3AD8-6E31-912016AE7BC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276" y="1739336"/>
            <a:ext cx="2183415" cy="2183415"/>
          </a:xfrm>
          <a:prstGeom prst="rect">
            <a:avLst/>
          </a:prstGeom>
        </p:spPr>
      </p:pic>
      <p:pic>
        <p:nvPicPr>
          <p:cNvPr id="77" name="صورة 76">
            <a:extLst>
              <a:ext uri="{FF2B5EF4-FFF2-40B4-BE49-F238E27FC236}">
                <a16:creationId xmlns:a16="http://schemas.microsoft.com/office/drawing/2014/main" id="{B0868275-73E4-989D-4830-4796A323896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2548" y="6187784"/>
            <a:ext cx="1819656" cy="1819656"/>
          </a:xfrm>
          <a:prstGeom prst="rect">
            <a:avLst/>
          </a:prstGeom>
        </p:spPr>
      </p:pic>
      <p:sp>
        <p:nvSpPr>
          <p:cNvPr id="87" name="Freeform 9">
            <a:extLst>
              <a:ext uri="{FF2B5EF4-FFF2-40B4-BE49-F238E27FC236}">
                <a16:creationId xmlns:a16="http://schemas.microsoft.com/office/drawing/2014/main" id="{90C68E58-6FDB-9E13-CD43-423958F291EF}"/>
              </a:ext>
            </a:extLst>
          </p:cNvPr>
          <p:cNvSpPr/>
          <p:nvPr/>
        </p:nvSpPr>
        <p:spPr>
          <a:xfrm rot="18900000" flipH="1">
            <a:off x="1785600" y="810250"/>
            <a:ext cx="792300" cy="2295519"/>
          </a:xfrm>
          <a:custGeom>
            <a:avLst/>
            <a:gdLst/>
            <a:ahLst/>
            <a:cxnLst/>
            <a:rect l="l" t="t" r="r" b="b"/>
            <a:pathLst>
              <a:path w="2229585" h="6439233">
                <a:moveTo>
                  <a:pt x="2229584" y="0"/>
                </a:moveTo>
                <a:lnTo>
                  <a:pt x="0" y="0"/>
                </a:lnTo>
                <a:lnTo>
                  <a:pt x="0" y="6439234"/>
                </a:lnTo>
                <a:lnTo>
                  <a:pt x="2229584" y="6439234"/>
                </a:lnTo>
                <a:lnTo>
                  <a:pt x="2229584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pic>
        <p:nvPicPr>
          <p:cNvPr id="60" name="صورة 59">
            <a:extLst>
              <a:ext uri="{FF2B5EF4-FFF2-40B4-BE49-F238E27FC236}">
                <a16:creationId xmlns:a16="http://schemas.microsoft.com/office/drawing/2014/main" id="{2D7A13EC-FAC3-01DD-9F6E-25E7B6BAD84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0" y="6118357"/>
            <a:ext cx="1814688" cy="1814688"/>
          </a:xfrm>
          <a:prstGeom prst="rect">
            <a:avLst/>
          </a:prstGeom>
        </p:spPr>
      </p:pic>
      <p:sp>
        <p:nvSpPr>
          <p:cNvPr id="88" name="Freeform 8">
            <a:extLst>
              <a:ext uri="{FF2B5EF4-FFF2-40B4-BE49-F238E27FC236}">
                <a16:creationId xmlns:a16="http://schemas.microsoft.com/office/drawing/2014/main" id="{1C7B0B42-2B50-902E-34C6-3229032DC507}"/>
              </a:ext>
            </a:extLst>
          </p:cNvPr>
          <p:cNvSpPr/>
          <p:nvPr/>
        </p:nvSpPr>
        <p:spPr>
          <a:xfrm rot="2000984">
            <a:off x="15807364" y="1269873"/>
            <a:ext cx="583035" cy="1181096"/>
          </a:xfrm>
          <a:custGeom>
            <a:avLst/>
            <a:gdLst/>
            <a:ahLst/>
            <a:cxnLst/>
            <a:rect l="l" t="t" r="r" b="b"/>
            <a:pathLst>
              <a:path w="2229585" h="6439233">
                <a:moveTo>
                  <a:pt x="0" y="0"/>
                </a:moveTo>
                <a:lnTo>
                  <a:pt x="2229584" y="0"/>
                </a:lnTo>
                <a:lnTo>
                  <a:pt x="2229584" y="6439233"/>
                </a:lnTo>
                <a:lnTo>
                  <a:pt x="0" y="643923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89" name="Freeform 11">
            <a:extLst>
              <a:ext uri="{FF2B5EF4-FFF2-40B4-BE49-F238E27FC236}">
                <a16:creationId xmlns:a16="http://schemas.microsoft.com/office/drawing/2014/main" id="{D312841C-9723-BCCA-84B9-D81965A2F286}"/>
              </a:ext>
            </a:extLst>
          </p:cNvPr>
          <p:cNvSpPr/>
          <p:nvPr/>
        </p:nvSpPr>
        <p:spPr>
          <a:xfrm>
            <a:off x="2095977" y="6377405"/>
            <a:ext cx="1177482" cy="1248860"/>
          </a:xfrm>
          <a:custGeom>
            <a:avLst/>
            <a:gdLst/>
            <a:ahLst/>
            <a:cxnLst/>
            <a:rect l="l" t="t" r="r" b="b"/>
            <a:pathLst>
              <a:path w="2338769" h="3841921">
                <a:moveTo>
                  <a:pt x="0" y="0"/>
                </a:moveTo>
                <a:lnTo>
                  <a:pt x="2338769" y="0"/>
                </a:lnTo>
                <a:lnTo>
                  <a:pt x="2338769" y="3841920"/>
                </a:lnTo>
                <a:lnTo>
                  <a:pt x="0" y="384192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90" name="Freeform 20">
            <a:extLst>
              <a:ext uri="{FF2B5EF4-FFF2-40B4-BE49-F238E27FC236}">
                <a16:creationId xmlns:a16="http://schemas.microsoft.com/office/drawing/2014/main" id="{7408FA1B-6936-7A0F-6F98-9FBD7A09E09C}"/>
              </a:ext>
            </a:extLst>
          </p:cNvPr>
          <p:cNvSpPr/>
          <p:nvPr/>
        </p:nvSpPr>
        <p:spPr>
          <a:xfrm>
            <a:off x="17341783" y="470825"/>
            <a:ext cx="312377" cy="180611"/>
          </a:xfrm>
          <a:custGeom>
            <a:avLst/>
            <a:gdLst/>
            <a:ahLst/>
            <a:cxnLst/>
            <a:rect l="l" t="t" r="r" b="b"/>
            <a:pathLst>
              <a:path w="312377" h="180611">
                <a:moveTo>
                  <a:pt x="0" y="0"/>
                </a:moveTo>
                <a:lnTo>
                  <a:pt x="312377" y="0"/>
                </a:lnTo>
                <a:lnTo>
                  <a:pt x="312377" y="180610"/>
                </a:lnTo>
                <a:lnTo>
                  <a:pt x="0" y="18061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91" name="TextBox 26">
            <a:extLst>
              <a:ext uri="{FF2B5EF4-FFF2-40B4-BE49-F238E27FC236}">
                <a16:creationId xmlns:a16="http://schemas.microsoft.com/office/drawing/2014/main" id="{FCCD18DC-AD84-EA05-2683-E6C3895B0CDC}"/>
              </a:ext>
            </a:extLst>
          </p:cNvPr>
          <p:cNvSpPr txBox="1"/>
          <p:nvPr/>
        </p:nvSpPr>
        <p:spPr>
          <a:xfrm>
            <a:off x="6280150" y="481836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OVERVIEW</a:t>
            </a:r>
          </a:p>
        </p:txBody>
      </p:sp>
      <p:sp>
        <p:nvSpPr>
          <p:cNvPr id="92" name="TextBox 26">
            <a:extLst>
              <a:ext uri="{FF2B5EF4-FFF2-40B4-BE49-F238E27FC236}">
                <a16:creationId xmlns:a16="http://schemas.microsoft.com/office/drawing/2014/main" id="{C0C40AC9-0A7B-8200-DCC1-93B78104426A}"/>
              </a:ext>
            </a:extLst>
          </p:cNvPr>
          <p:cNvSpPr txBox="1"/>
          <p:nvPr/>
        </p:nvSpPr>
        <p:spPr>
          <a:xfrm>
            <a:off x="7848600" y="482398"/>
            <a:ext cx="1486031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Key features</a:t>
            </a:r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2D8EB205-833A-394B-27C4-79E054B1B55E}"/>
              </a:ext>
            </a:extLst>
          </p:cNvPr>
          <p:cNvSpPr txBox="1"/>
          <p:nvPr/>
        </p:nvSpPr>
        <p:spPr>
          <a:xfrm>
            <a:off x="9589687" y="190500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5400"/>
                </a:solidFill>
                <a:latin typeface="Zuume Rough Bold"/>
                <a:sym typeface="Open Sans"/>
              </a:rPr>
              <a:t>Technical Implementation</a:t>
            </a:r>
          </a:p>
        </p:txBody>
      </p:sp>
      <p:sp>
        <p:nvSpPr>
          <p:cNvPr id="94" name="TextBox 26">
            <a:extLst>
              <a:ext uri="{FF2B5EF4-FFF2-40B4-BE49-F238E27FC236}">
                <a16:creationId xmlns:a16="http://schemas.microsoft.com/office/drawing/2014/main" id="{A9C15F4F-5E85-167B-6081-94A1C631292B}"/>
              </a:ext>
            </a:extLst>
          </p:cNvPr>
          <p:cNvSpPr txBox="1"/>
          <p:nvPr/>
        </p:nvSpPr>
        <p:spPr>
          <a:xfrm>
            <a:off x="11918950" y="486969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Challenges</a:t>
            </a:r>
            <a:endParaRPr lang="en-US" sz="2400" dirty="0">
              <a:solidFill>
                <a:srgbClr val="FFFFFF"/>
              </a:solidFill>
              <a:latin typeface="Zuume Rough Bold"/>
              <a:sym typeface="Open Sans"/>
            </a:endParaRPr>
          </a:p>
        </p:txBody>
      </p:sp>
      <p:sp>
        <p:nvSpPr>
          <p:cNvPr id="95" name="TextBox 26">
            <a:extLst>
              <a:ext uri="{FF2B5EF4-FFF2-40B4-BE49-F238E27FC236}">
                <a16:creationId xmlns:a16="http://schemas.microsoft.com/office/drawing/2014/main" id="{520629D8-8C61-512D-81FD-124EEE8759BA}"/>
              </a:ext>
            </a:extLst>
          </p:cNvPr>
          <p:cNvSpPr txBox="1"/>
          <p:nvPr/>
        </p:nvSpPr>
        <p:spPr>
          <a:xfrm>
            <a:off x="13582025" y="183241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Future Enhancements</a:t>
            </a:r>
          </a:p>
        </p:txBody>
      </p:sp>
      <p:sp>
        <p:nvSpPr>
          <p:cNvPr id="96" name="TextBox 26">
            <a:extLst>
              <a:ext uri="{FF2B5EF4-FFF2-40B4-BE49-F238E27FC236}">
                <a16:creationId xmlns:a16="http://schemas.microsoft.com/office/drawing/2014/main" id="{757C01ED-3467-1D7C-511A-D48FD18835EA}"/>
              </a:ext>
            </a:extLst>
          </p:cNvPr>
          <p:cNvSpPr txBox="1"/>
          <p:nvPr/>
        </p:nvSpPr>
        <p:spPr>
          <a:xfrm>
            <a:off x="15707448" y="356870"/>
            <a:ext cx="138149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Teamwork</a:t>
            </a:r>
          </a:p>
        </p:txBody>
      </p:sp>
      <p:sp>
        <p:nvSpPr>
          <p:cNvPr id="97" name="TextBox 22">
            <a:extLst>
              <a:ext uri="{FF2B5EF4-FFF2-40B4-BE49-F238E27FC236}">
                <a16:creationId xmlns:a16="http://schemas.microsoft.com/office/drawing/2014/main" id="{57582B8B-A5B7-AE54-75C9-ACD906D856C5}"/>
              </a:ext>
            </a:extLst>
          </p:cNvPr>
          <p:cNvSpPr txBox="1"/>
          <p:nvPr/>
        </p:nvSpPr>
        <p:spPr>
          <a:xfrm>
            <a:off x="1102843" y="541536"/>
            <a:ext cx="1926211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World of flavors</a:t>
            </a:r>
          </a:p>
        </p:txBody>
      </p:sp>
      <p:pic>
        <p:nvPicPr>
          <p:cNvPr id="98" name="صورة 97">
            <a:extLst>
              <a:ext uri="{FF2B5EF4-FFF2-40B4-BE49-F238E27FC236}">
                <a16:creationId xmlns:a16="http://schemas.microsoft.com/office/drawing/2014/main" id="{13E75E30-227B-55DC-6F11-F8E9B19A3797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9" y="247983"/>
            <a:ext cx="516395" cy="516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70965" y="8097878"/>
            <a:ext cx="434070" cy="1160422"/>
            <a:chOff x="0" y="0"/>
            <a:chExt cx="114323" cy="3056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23" cy="305626"/>
            </a:xfrm>
            <a:custGeom>
              <a:avLst/>
              <a:gdLst/>
              <a:ahLst/>
              <a:cxnLst/>
              <a:rect l="l" t="t" r="r" b="b"/>
              <a:pathLst>
                <a:path w="114323" h="305626">
                  <a:moveTo>
                    <a:pt x="57162" y="0"/>
                  </a:moveTo>
                  <a:lnTo>
                    <a:pt x="57162" y="0"/>
                  </a:lnTo>
                  <a:cubicBezTo>
                    <a:pt x="72322" y="0"/>
                    <a:pt x="86861" y="6022"/>
                    <a:pt x="97581" y="16742"/>
                  </a:cubicBezTo>
                  <a:cubicBezTo>
                    <a:pt x="108301" y="27462"/>
                    <a:pt x="114323" y="42001"/>
                    <a:pt x="114323" y="57162"/>
                  </a:cubicBezTo>
                  <a:lnTo>
                    <a:pt x="114323" y="248464"/>
                  </a:lnTo>
                  <a:cubicBezTo>
                    <a:pt x="114323" y="263624"/>
                    <a:pt x="108301" y="278164"/>
                    <a:pt x="97581" y="288883"/>
                  </a:cubicBezTo>
                  <a:cubicBezTo>
                    <a:pt x="86861" y="299603"/>
                    <a:pt x="72322" y="305626"/>
                    <a:pt x="57162" y="305626"/>
                  </a:cubicBezTo>
                  <a:lnTo>
                    <a:pt x="57162" y="305626"/>
                  </a:lnTo>
                  <a:cubicBezTo>
                    <a:pt x="42001" y="305626"/>
                    <a:pt x="27462" y="299603"/>
                    <a:pt x="16742" y="288883"/>
                  </a:cubicBezTo>
                  <a:cubicBezTo>
                    <a:pt x="6022" y="278164"/>
                    <a:pt x="0" y="263624"/>
                    <a:pt x="0" y="248464"/>
                  </a:cubicBezTo>
                  <a:lnTo>
                    <a:pt x="0" y="57162"/>
                  </a:lnTo>
                  <a:cubicBezTo>
                    <a:pt x="0" y="42001"/>
                    <a:pt x="6022" y="27462"/>
                    <a:pt x="16742" y="16742"/>
                  </a:cubicBezTo>
                  <a:cubicBezTo>
                    <a:pt x="27462" y="6022"/>
                    <a:pt x="42001" y="0"/>
                    <a:pt x="57162" y="0"/>
                  </a:cubicBezTo>
                  <a:close/>
                </a:path>
              </a:pathLst>
            </a:custGeom>
            <a:solidFill>
              <a:srgbClr val="FF54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4323" cy="343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529752" y="1969546"/>
            <a:ext cx="5228497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5"/>
              </a:lnSpc>
            </a:pPr>
            <a:r>
              <a:rPr lang="en-US" sz="65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Challenges</a:t>
            </a:r>
          </a:p>
        </p:txBody>
      </p:sp>
      <p:sp>
        <p:nvSpPr>
          <p:cNvPr id="31" name="AutoShape 31"/>
          <p:cNvSpPr/>
          <p:nvPr/>
        </p:nvSpPr>
        <p:spPr>
          <a:xfrm flipV="1">
            <a:off x="8350263" y="3095318"/>
            <a:ext cx="1587474" cy="0"/>
          </a:xfrm>
          <a:prstGeom prst="line">
            <a:avLst/>
          </a:prstGeom>
          <a:ln w="19050" cap="flat">
            <a:solidFill>
              <a:srgbClr val="FF54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Freeform 32"/>
          <p:cNvSpPr/>
          <p:nvPr/>
        </p:nvSpPr>
        <p:spPr>
          <a:xfrm rot="-467201" flipH="1" flipV="1">
            <a:off x="15071695" y="8744751"/>
            <a:ext cx="2781892" cy="1801275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5"/>
                </a:moveTo>
                <a:lnTo>
                  <a:pt x="0" y="1801275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5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19200" y="1499928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0" y="0"/>
                </a:moveTo>
                <a:lnTo>
                  <a:pt x="937280" y="0"/>
                </a:lnTo>
                <a:lnTo>
                  <a:pt x="937280" y="939236"/>
                </a:lnTo>
                <a:lnTo>
                  <a:pt x="0" y="939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-5571063">
            <a:off x="16333129" y="1523413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8" y="0"/>
                </a:lnTo>
                <a:lnTo>
                  <a:pt x="1738738" y="1859613"/>
                </a:lnTo>
                <a:lnTo>
                  <a:pt x="0" y="1859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3804623" y="-281222"/>
            <a:ext cx="1897490" cy="1686394"/>
          </a:xfrm>
          <a:custGeom>
            <a:avLst/>
            <a:gdLst/>
            <a:ahLst/>
            <a:cxnLst/>
            <a:rect l="l" t="t" r="r" b="b"/>
            <a:pathLst>
              <a:path w="1897490" h="1686394">
                <a:moveTo>
                  <a:pt x="0" y="0"/>
                </a:moveTo>
                <a:lnTo>
                  <a:pt x="1897490" y="0"/>
                </a:lnTo>
                <a:lnTo>
                  <a:pt x="1897490" y="1686394"/>
                </a:lnTo>
                <a:lnTo>
                  <a:pt x="0" y="1686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8AEF8EAA-1244-3656-B121-E4724E34C096}"/>
              </a:ext>
            </a:extLst>
          </p:cNvPr>
          <p:cNvSpPr txBox="1"/>
          <p:nvPr/>
        </p:nvSpPr>
        <p:spPr>
          <a:xfrm>
            <a:off x="4123875" y="3287893"/>
            <a:ext cx="3786927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solidFill>
                  <a:srgbClr val="FF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Image Management:</a:t>
            </a:r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990876B0-76EB-6A95-24E2-485E1C3D3523}"/>
              </a:ext>
            </a:extLst>
          </p:cNvPr>
          <p:cNvSpPr txBox="1"/>
          <p:nvPr/>
        </p:nvSpPr>
        <p:spPr>
          <a:xfrm>
            <a:off x="4123875" y="4016117"/>
            <a:ext cx="723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Handling image upload, size, and format.</a:t>
            </a:r>
          </a:p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✔ Solution: Validate file type and size before saving.</a:t>
            </a:r>
          </a:p>
        </p:txBody>
      </p:sp>
      <p:pic>
        <p:nvPicPr>
          <p:cNvPr id="42" name="صورة 41">
            <a:extLst>
              <a:ext uri="{FF2B5EF4-FFF2-40B4-BE49-F238E27FC236}">
                <a16:creationId xmlns:a16="http://schemas.microsoft.com/office/drawing/2014/main" id="{25DA1817-3BA6-03BF-CB86-30B557C5CA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4311090"/>
            <a:ext cx="6074542" cy="3416930"/>
          </a:xfrm>
          <a:prstGeom prst="rect">
            <a:avLst/>
          </a:prstGeom>
        </p:spPr>
      </p:pic>
      <p:sp>
        <p:nvSpPr>
          <p:cNvPr id="43" name="TextBox 18">
            <a:extLst>
              <a:ext uri="{FF2B5EF4-FFF2-40B4-BE49-F238E27FC236}">
                <a16:creationId xmlns:a16="http://schemas.microsoft.com/office/drawing/2014/main" id="{FA140E36-711B-73B1-AFA9-4896A4B14650}"/>
              </a:ext>
            </a:extLst>
          </p:cNvPr>
          <p:cNvSpPr txBox="1"/>
          <p:nvPr/>
        </p:nvSpPr>
        <p:spPr>
          <a:xfrm>
            <a:off x="4224402" y="6151539"/>
            <a:ext cx="789139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Protecting admin-only pages. </a:t>
            </a:r>
          </a:p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✔ Solution: Use </a:t>
            </a:r>
            <a:r>
              <a:rPr lang="en-US" sz="2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is_admin</a:t>
            </a: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with sessions to control access.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5AA1FCF5-65DC-6D6D-D415-A4A4B967DAC2}"/>
              </a:ext>
            </a:extLst>
          </p:cNvPr>
          <p:cNvSpPr txBox="1"/>
          <p:nvPr/>
        </p:nvSpPr>
        <p:spPr>
          <a:xfrm>
            <a:off x="4191000" y="5534445"/>
            <a:ext cx="2704028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solidFill>
                  <a:srgbClr val="FF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User Sessions:</a:t>
            </a:r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9330AC9F-ED1B-007F-D4BB-D756F3409609}"/>
              </a:ext>
            </a:extLst>
          </p:cNvPr>
          <p:cNvSpPr txBox="1"/>
          <p:nvPr/>
        </p:nvSpPr>
        <p:spPr>
          <a:xfrm>
            <a:off x="4191000" y="7739317"/>
            <a:ext cx="4394976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solidFill>
                  <a:srgbClr val="FF5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Smart Recipe Builder</a:t>
            </a:r>
          </a:p>
        </p:txBody>
      </p:sp>
      <p:sp>
        <p:nvSpPr>
          <p:cNvPr id="46" name="TextBox 18">
            <a:extLst>
              <a:ext uri="{FF2B5EF4-FFF2-40B4-BE49-F238E27FC236}">
                <a16:creationId xmlns:a16="http://schemas.microsoft.com/office/drawing/2014/main" id="{37BE66A4-B44A-8FF2-AF8D-75491EA2354B}"/>
              </a:ext>
            </a:extLst>
          </p:cNvPr>
          <p:cNvSpPr txBox="1"/>
          <p:nvPr/>
        </p:nvSpPr>
        <p:spPr>
          <a:xfrm>
            <a:off x="4123874" y="8358825"/>
            <a:ext cx="776332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Efficiently searching text-based ingredients. </a:t>
            </a:r>
          </a:p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✔ Solution: Use dynamic queries with LIKE and OR.</a:t>
            </a:r>
          </a:p>
        </p:txBody>
      </p:sp>
      <p:pic>
        <p:nvPicPr>
          <p:cNvPr id="49" name="صورة 48">
            <a:extLst>
              <a:ext uri="{FF2B5EF4-FFF2-40B4-BE49-F238E27FC236}">
                <a16:creationId xmlns:a16="http://schemas.microsoft.com/office/drawing/2014/main" id="{26F36437-C740-3630-3B64-E92A971DA9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354" y="6234002"/>
            <a:ext cx="4519666" cy="4519666"/>
          </a:xfrm>
          <a:prstGeom prst="rect">
            <a:avLst/>
          </a:prstGeom>
        </p:spPr>
      </p:pic>
      <p:pic>
        <p:nvPicPr>
          <p:cNvPr id="51" name="صورة 50">
            <a:extLst>
              <a:ext uri="{FF2B5EF4-FFF2-40B4-BE49-F238E27FC236}">
                <a16:creationId xmlns:a16="http://schemas.microsoft.com/office/drawing/2014/main" id="{BE294D32-5A14-05E7-8C2B-6F661B2139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662" y="1961692"/>
            <a:ext cx="4238596" cy="3593592"/>
          </a:xfrm>
          <a:prstGeom prst="rect">
            <a:avLst/>
          </a:prstGeom>
        </p:spPr>
      </p:pic>
      <p:pic>
        <p:nvPicPr>
          <p:cNvPr id="38" name="صورة 37">
            <a:extLst>
              <a:ext uri="{FF2B5EF4-FFF2-40B4-BE49-F238E27FC236}">
                <a16:creationId xmlns:a16="http://schemas.microsoft.com/office/drawing/2014/main" id="{E5B2A1FF-4962-752C-BF2D-ADD8A2B1DC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30" y="1848196"/>
            <a:ext cx="4232928" cy="3588787"/>
          </a:xfrm>
          <a:prstGeom prst="rect">
            <a:avLst/>
          </a:prstGeom>
        </p:spPr>
      </p:pic>
      <p:sp>
        <p:nvSpPr>
          <p:cNvPr id="52" name="Freeform 20">
            <a:extLst>
              <a:ext uri="{FF2B5EF4-FFF2-40B4-BE49-F238E27FC236}">
                <a16:creationId xmlns:a16="http://schemas.microsoft.com/office/drawing/2014/main" id="{5D56E14B-5329-7B17-822B-76C26415F812}"/>
              </a:ext>
            </a:extLst>
          </p:cNvPr>
          <p:cNvSpPr/>
          <p:nvPr/>
        </p:nvSpPr>
        <p:spPr>
          <a:xfrm>
            <a:off x="17341783" y="470825"/>
            <a:ext cx="312377" cy="180611"/>
          </a:xfrm>
          <a:custGeom>
            <a:avLst/>
            <a:gdLst/>
            <a:ahLst/>
            <a:cxnLst/>
            <a:rect l="l" t="t" r="r" b="b"/>
            <a:pathLst>
              <a:path w="312377" h="180611">
                <a:moveTo>
                  <a:pt x="0" y="0"/>
                </a:moveTo>
                <a:lnTo>
                  <a:pt x="312377" y="0"/>
                </a:lnTo>
                <a:lnTo>
                  <a:pt x="312377" y="180610"/>
                </a:lnTo>
                <a:lnTo>
                  <a:pt x="0" y="18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94C1CF61-AF3C-2A3B-8D32-81FB4530CF30}"/>
              </a:ext>
            </a:extLst>
          </p:cNvPr>
          <p:cNvSpPr txBox="1"/>
          <p:nvPr/>
        </p:nvSpPr>
        <p:spPr>
          <a:xfrm>
            <a:off x="6280150" y="481836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OVERVIEW</a:t>
            </a:r>
          </a:p>
        </p:txBody>
      </p:sp>
      <p:sp>
        <p:nvSpPr>
          <p:cNvPr id="54" name="TextBox 26">
            <a:extLst>
              <a:ext uri="{FF2B5EF4-FFF2-40B4-BE49-F238E27FC236}">
                <a16:creationId xmlns:a16="http://schemas.microsoft.com/office/drawing/2014/main" id="{4C62DEE5-B3A3-C2FF-F119-6A1A353A44CE}"/>
              </a:ext>
            </a:extLst>
          </p:cNvPr>
          <p:cNvSpPr txBox="1"/>
          <p:nvPr/>
        </p:nvSpPr>
        <p:spPr>
          <a:xfrm>
            <a:off x="7848600" y="482398"/>
            <a:ext cx="1486031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Key features</a:t>
            </a:r>
          </a:p>
        </p:txBody>
      </p:sp>
      <p:sp>
        <p:nvSpPr>
          <p:cNvPr id="55" name="TextBox 26">
            <a:extLst>
              <a:ext uri="{FF2B5EF4-FFF2-40B4-BE49-F238E27FC236}">
                <a16:creationId xmlns:a16="http://schemas.microsoft.com/office/drawing/2014/main" id="{1889ADCB-DCD2-C957-1EF4-586552ED2352}"/>
              </a:ext>
            </a:extLst>
          </p:cNvPr>
          <p:cNvSpPr txBox="1"/>
          <p:nvPr/>
        </p:nvSpPr>
        <p:spPr>
          <a:xfrm>
            <a:off x="9589687" y="190500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Technical Implementation</a:t>
            </a:r>
          </a:p>
        </p:txBody>
      </p:sp>
      <p:sp>
        <p:nvSpPr>
          <p:cNvPr id="56" name="TextBox 26">
            <a:extLst>
              <a:ext uri="{FF2B5EF4-FFF2-40B4-BE49-F238E27FC236}">
                <a16:creationId xmlns:a16="http://schemas.microsoft.com/office/drawing/2014/main" id="{EDF71869-5A0E-13D8-F494-381636C81548}"/>
              </a:ext>
            </a:extLst>
          </p:cNvPr>
          <p:cNvSpPr txBox="1"/>
          <p:nvPr/>
        </p:nvSpPr>
        <p:spPr>
          <a:xfrm>
            <a:off x="11918950" y="486969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5400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Challenges</a:t>
            </a:r>
            <a:endParaRPr lang="en-US" sz="2400" dirty="0">
              <a:solidFill>
                <a:srgbClr val="FF5400"/>
              </a:solidFill>
              <a:latin typeface="Zuume Rough Bold"/>
              <a:sym typeface="Open Sans"/>
            </a:endParaRPr>
          </a:p>
        </p:txBody>
      </p:sp>
      <p:sp>
        <p:nvSpPr>
          <p:cNvPr id="57" name="TextBox 26">
            <a:extLst>
              <a:ext uri="{FF2B5EF4-FFF2-40B4-BE49-F238E27FC236}">
                <a16:creationId xmlns:a16="http://schemas.microsoft.com/office/drawing/2014/main" id="{3858A90E-E9B1-2C19-C321-D266F0957B90}"/>
              </a:ext>
            </a:extLst>
          </p:cNvPr>
          <p:cNvSpPr txBox="1"/>
          <p:nvPr/>
        </p:nvSpPr>
        <p:spPr>
          <a:xfrm>
            <a:off x="13582025" y="183241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Future Enhancements</a:t>
            </a:r>
          </a:p>
        </p:txBody>
      </p:sp>
      <p:sp>
        <p:nvSpPr>
          <p:cNvPr id="58" name="TextBox 26">
            <a:extLst>
              <a:ext uri="{FF2B5EF4-FFF2-40B4-BE49-F238E27FC236}">
                <a16:creationId xmlns:a16="http://schemas.microsoft.com/office/drawing/2014/main" id="{8EF710D6-6D5E-F9D8-B8BF-DB11B6FA7524}"/>
              </a:ext>
            </a:extLst>
          </p:cNvPr>
          <p:cNvSpPr txBox="1"/>
          <p:nvPr/>
        </p:nvSpPr>
        <p:spPr>
          <a:xfrm>
            <a:off x="15707448" y="356870"/>
            <a:ext cx="138149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Teamwork</a:t>
            </a:r>
          </a:p>
        </p:txBody>
      </p:sp>
      <p:sp>
        <p:nvSpPr>
          <p:cNvPr id="59" name="TextBox 22">
            <a:extLst>
              <a:ext uri="{FF2B5EF4-FFF2-40B4-BE49-F238E27FC236}">
                <a16:creationId xmlns:a16="http://schemas.microsoft.com/office/drawing/2014/main" id="{82C4B47F-57D3-F0D9-0CA5-067CC92E3CDD}"/>
              </a:ext>
            </a:extLst>
          </p:cNvPr>
          <p:cNvSpPr txBox="1"/>
          <p:nvPr/>
        </p:nvSpPr>
        <p:spPr>
          <a:xfrm>
            <a:off x="1102843" y="541536"/>
            <a:ext cx="1926211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World of flavors</a:t>
            </a:r>
          </a:p>
        </p:txBody>
      </p:sp>
      <p:pic>
        <p:nvPicPr>
          <p:cNvPr id="60" name="صورة 59">
            <a:extLst>
              <a:ext uri="{FF2B5EF4-FFF2-40B4-BE49-F238E27FC236}">
                <a16:creationId xmlns:a16="http://schemas.microsoft.com/office/drawing/2014/main" id="{F07866F4-FF7C-529E-229E-FF973392B5A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9" y="247983"/>
            <a:ext cx="516395" cy="516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22" name="مجموعة 21">
            <a:extLst>
              <a:ext uri="{FF2B5EF4-FFF2-40B4-BE49-F238E27FC236}">
                <a16:creationId xmlns:a16="http://schemas.microsoft.com/office/drawing/2014/main" id="{56A892D1-E4C7-8849-10B5-492B558B5FB4}"/>
              </a:ext>
            </a:extLst>
          </p:cNvPr>
          <p:cNvGrpSpPr/>
          <p:nvPr/>
        </p:nvGrpSpPr>
        <p:grpSpPr>
          <a:xfrm>
            <a:off x="-303190" y="5235652"/>
            <a:ext cx="18894379" cy="7299248"/>
            <a:chOff x="-303190" y="4146877"/>
            <a:chExt cx="18894379" cy="7299248"/>
          </a:xfrm>
        </p:grpSpPr>
        <p:grpSp>
          <p:nvGrpSpPr>
            <p:cNvPr id="4" name="Group 4"/>
            <p:cNvGrpSpPr/>
            <p:nvPr/>
          </p:nvGrpSpPr>
          <p:grpSpPr>
            <a:xfrm>
              <a:off x="-303190" y="4146877"/>
              <a:ext cx="18894379" cy="7135390"/>
              <a:chOff x="0" y="0"/>
              <a:chExt cx="6347206" cy="239699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28" y="-9"/>
                <a:ext cx="6347232" cy="2396996"/>
              </a:xfrm>
              <a:custGeom>
                <a:avLst/>
                <a:gdLst/>
                <a:ahLst/>
                <a:cxnLst/>
                <a:rect l="l" t="t" r="r" b="b"/>
                <a:pathLst>
                  <a:path w="6347232" h="2396996">
                    <a:moveTo>
                      <a:pt x="6346797" y="2368813"/>
                    </a:moveTo>
                    <a:cubicBezTo>
                      <a:pt x="6276820" y="-202429"/>
                      <a:pt x="6575778" y="434349"/>
                      <a:pt x="5617055" y="455939"/>
                    </a:cubicBezTo>
                    <a:cubicBezTo>
                      <a:pt x="5617055" y="456320"/>
                      <a:pt x="5617182" y="456574"/>
                      <a:pt x="5617309" y="457082"/>
                    </a:cubicBezTo>
                    <a:cubicBezTo>
                      <a:pt x="5617055" y="457463"/>
                      <a:pt x="5616928" y="456701"/>
                      <a:pt x="5616674" y="455939"/>
                    </a:cubicBezTo>
                    <a:cubicBezTo>
                      <a:pt x="5588734" y="456574"/>
                      <a:pt x="5559651" y="456701"/>
                      <a:pt x="5529298" y="456193"/>
                    </a:cubicBezTo>
                    <a:cubicBezTo>
                      <a:pt x="5251168" y="519820"/>
                      <a:pt x="5552539" y="575954"/>
                      <a:pt x="5035649" y="446922"/>
                    </a:cubicBezTo>
                    <a:cubicBezTo>
                      <a:pt x="5004915" y="489340"/>
                      <a:pt x="4744819" y="399551"/>
                      <a:pt x="4687669" y="345322"/>
                    </a:cubicBezTo>
                    <a:cubicBezTo>
                      <a:pt x="4623280" y="393201"/>
                      <a:pt x="4304637" y="384819"/>
                      <a:pt x="4126964" y="328431"/>
                    </a:cubicBezTo>
                    <a:cubicBezTo>
                      <a:pt x="4127345" y="329193"/>
                      <a:pt x="4127218" y="330463"/>
                      <a:pt x="4126329" y="332749"/>
                    </a:cubicBezTo>
                    <a:cubicBezTo>
                      <a:pt x="4124678" y="332114"/>
                      <a:pt x="4122773" y="335162"/>
                      <a:pt x="4122392" y="327923"/>
                    </a:cubicBezTo>
                    <a:cubicBezTo>
                      <a:pt x="4122900" y="328050"/>
                      <a:pt x="4123789" y="327796"/>
                      <a:pt x="4124551" y="327669"/>
                    </a:cubicBezTo>
                    <a:cubicBezTo>
                      <a:pt x="4087213" y="315604"/>
                      <a:pt x="4056098" y="301507"/>
                      <a:pt x="4035270" y="285251"/>
                    </a:cubicBezTo>
                    <a:cubicBezTo>
                      <a:pt x="3670145" y="417204"/>
                      <a:pt x="4017236" y="590813"/>
                      <a:pt x="3344644" y="379993"/>
                    </a:cubicBezTo>
                    <a:cubicBezTo>
                      <a:pt x="2874617" y="544458"/>
                      <a:pt x="2795115" y="255660"/>
                      <a:pt x="2532479" y="347989"/>
                    </a:cubicBezTo>
                    <a:cubicBezTo>
                      <a:pt x="2294227" y="221751"/>
                      <a:pt x="2049879" y="241563"/>
                      <a:pt x="1784830" y="218449"/>
                    </a:cubicBezTo>
                    <a:cubicBezTo>
                      <a:pt x="1762478" y="176285"/>
                      <a:pt x="1743555" y="152028"/>
                      <a:pt x="1725140" y="140344"/>
                    </a:cubicBezTo>
                    <a:cubicBezTo>
                      <a:pt x="1725267" y="141360"/>
                      <a:pt x="1725267" y="142249"/>
                      <a:pt x="1724759" y="140090"/>
                    </a:cubicBezTo>
                    <a:cubicBezTo>
                      <a:pt x="1666466" y="103514"/>
                      <a:pt x="1611221" y="191906"/>
                      <a:pt x="1459075" y="243976"/>
                    </a:cubicBezTo>
                    <a:cubicBezTo>
                      <a:pt x="1426690" y="224672"/>
                      <a:pt x="1400782" y="211464"/>
                      <a:pt x="1378176" y="202447"/>
                    </a:cubicBezTo>
                    <a:lnTo>
                      <a:pt x="1378049" y="202447"/>
                    </a:lnTo>
                    <a:lnTo>
                      <a:pt x="1377922" y="202320"/>
                    </a:lnTo>
                    <a:cubicBezTo>
                      <a:pt x="1290800" y="167395"/>
                      <a:pt x="1253462" y="196351"/>
                      <a:pt x="1087346" y="193684"/>
                    </a:cubicBezTo>
                    <a:cubicBezTo>
                      <a:pt x="962759" y="148853"/>
                      <a:pt x="878685" y="296427"/>
                      <a:pt x="641830" y="143773"/>
                    </a:cubicBezTo>
                    <a:cubicBezTo>
                      <a:pt x="566265" y="140217"/>
                      <a:pt x="615414" y="80146"/>
                      <a:pt x="394561" y="77352"/>
                    </a:cubicBezTo>
                    <a:cubicBezTo>
                      <a:pt x="295247" y="40903"/>
                      <a:pt x="253337" y="19821"/>
                      <a:pt x="187932" y="14487"/>
                    </a:cubicBezTo>
                    <a:cubicBezTo>
                      <a:pt x="187932" y="14614"/>
                      <a:pt x="187932" y="14614"/>
                      <a:pt x="187932" y="14741"/>
                    </a:cubicBezTo>
                    <a:cubicBezTo>
                      <a:pt x="187805" y="14995"/>
                      <a:pt x="187805" y="14741"/>
                      <a:pt x="187678" y="14360"/>
                    </a:cubicBezTo>
                    <a:cubicBezTo>
                      <a:pt x="163167" y="12455"/>
                      <a:pt x="135608" y="12582"/>
                      <a:pt x="100302" y="14995"/>
                    </a:cubicBezTo>
                    <a:cubicBezTo>
                      <a:pt x="-102771" y="-211954"/>
                      <a:pt x="66393" y="2209555"/>
                      <a:pt x="60170" y="2390022"/>
                    </a:cubicBezTo>
                    <a:cubicBezTo>
                      <a:pt x="435328" y="2370845"/>
                      <a:pt x="6405852" y="2429138"/>
                      <a:pt x="6346797" y="2368813"/>
                    </a:cubicBezTo>
                    <a:close/>
                    <a:moveTo>
                      <a:pt x="490827" y="92592"/>
                    </a:moveTo>
                    <a:cubicBezTo>
                      <a:pt x="490065" y="92719"/>
                      <a:pt x="490192" y="86877"/>
                      <a:pt x="490827" y="92592"/>
                    </a:cubicBezTo>
                    <a:close/>
                  </a:path>
                </a:pathLst>
              </a:custGeom>
              <a:solidFill>
                <a:srgbClr val="FF5400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-303190" y="4310735"/>
              <a:ext cx="18894379" cy="7135390"/>
              <a:chOff x="0" y="0"/>
              <a:chExt cx="6347206" cy="239699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8" y="-9"/>
                <a:ext cx="6347232" cy="2396996"/>
              </a:xfrm>
              <a:custGeom>
                <a:avLst/>
                <a:gdLst/>
                <a:ahLst/>
                <a:cxnLst/>
                <a:rect l="l" t="t" r="r" b="b"/>
                <a:pathLst>
                  <a:path w="6347232" h="2396996">
                    <a:moveTo>
                      <a:pt x="6346797" y="2368813"/>
                    </a:moveTo>
                    <a:cubicBezTo>
                      <a:pt x="6276820" y="-202429"/>
                      <a:pt x="6575778" y="434349"/>
                      <a:pt x="5617055" y="455939"/>
                    </a:cubicBezTo>
                    <a:cubicBezTo>
                      <a:pt x="5617055" y="456320"/>
                      <a:pt x="5617182" y="456574"/>
                      <a:pt x="5617309" y="457082"/>
                    </a:cubicBezTo>
                    <a:cubicBezTo>
                      <a:pt x="5617055" y="457463"/>
                      <a:pt x="5616928" y="456701"/>
                      <a:pt x="5616674" y="455939"/>
                    </a:cubicBezTo>
                    <a:cubicBezTo>
                      <a:pt x="5588734" y="456574"/>
                      <a:pt x="5559651" y="456701"/>
                      <a:pt x="5529298" y="456193"/>
                    </a:cubicBezTo>
                    <a:cubicBezTo>
                      <a:pt x="5251168" y="519820"/>
                      <a:pt x="5552539" y="575954"/>
                      <a:pt x="5035649" y="446922"/>
                    </a:cubicBezTo>
                    <a:cubicBezTo>
                      <a:pt x="5004915" y="489340"/>
                      <a:pt x="4744819" y="399551"/>
                      <a:pt x="4687669" y="345322"/>
                    </a:cubicBezTo>
                    <a:cubicBezTo>
                      <a:pt x="4623280" y="393201"/>
                      <a:pt x="4304637" y="384819"/>
                      <a:pt x="4126964" y="328431"/>
                    </a:cubicBezTo>
                    <a:cubicBezTo>
                      <a:pt x="4127345" y="329193"/>
                      <a:pt x="4127218" y="330463"/>
                      <a:pt x="4126329" y="332749"/>
                    </a:cubicBezTo>
                    <a:cubicBezTo>
                      <a:pt x="4124678" y="332114"/>
                      <a:pt x="4122773" y="335162"/>
                      <a:pt x="4122392" y="327923"/>
                    </a:cubicBezTo>
                    <a:cubicBezTo>
                      <a:pt x="4122900" y="328050"/>
                      <a:pt x="4123789" y="327796"/>
                      <a:pt x="4124551" y="327669"/>
                    </a:cubicBezTo>
                    <a:cubicBezTo>
                      <a:pt x="4087213" y="315604"/>
                      <a:pt x="4056098" y="301507"/>
                      <a:pt x="4035270" y="285251"/>
                    </a:cubicBezTo>
                    <a:cubicBezTo>
                      <a:pt x="3670145" y="417204"/>
                      <a:pt x="4017236" y="590813"/>
                      <a:pt x="3344644" y="379993"/>
                    </a:cubicBezTo>
                    <a:cubicBezTo>
                      <a:pt x="2874617" y="544458"/>
                      <a:pt x="2795115" y="255660"/>
                      <a:pt x="2532479" y="347989"/>
                    </a:cubicBezTo>
                    <a:cubicBezTo>
                      <a:pt x="2294227" y="221751"/>
                      <a:pt x="2049879" y="241563"/>
                      <a:pt x="1784830" y="218449"/>
                    </a:cubicBezTo>
                    <a:cubicBezTo>
                      <a:pt x="1762478" y="176285"/>
                      <a:pt x="1743555" y="152028"/>
                      <a:pt x="1725140" y="140344"/>
                    </a:cubicBezTo>
                    <a:cubicBezTo>
                      <a:pt x="1725267" y="141360"/>
                      <a:pt x="1725267" y="142249"/>
                      <a:pt x="1724759" y="140090"/>
                    </a:cubicBezTo>
                    <a:cubicBezTo>
                      <a:pt x="1666466" y="103514"/>
                      <a:pt x="1611221" y="191906"/>
                      <a:pt x="1459075" y="243976"/>
                    </a:cubicBezTo>
                    <a:cubicBezTo>
                      <a:pt x="1426690" y="224672"/>
                      <a:pt x="1400782" y="211464"/>
                      <a:pt x="1378176" y="202447"/>
                    </a:cubicBezTo>
                    <a:lnTo>
                      <a:pt x="1378049" y="202447"/>
                    </a:lnTo>
                    <a:lnTo>
                      <a:pt x="1377922" y="202320"/>
                    </a:lnTo>
                    <a:cubicBezTo>
                      <a:pt x="1290800" y="167395"/>
                      <a:pt x="1253462" y="196351"/>
                      <a:pt x="1087346" y="193684"/>
                    </a:cubicBezTo>
                    <a:cubicBezTo>
                      <a:pt x="962759" y="148853"/>
                      <a:pt x="878685" y="296427"/>
                      <a:pt x="641830" y="143773"/>
                    </a:cubicBezTo>
                    <a:cubicBezTo>
                      <a:pt x="566265" y="140217"/>
                      <a:pt x="615414" y="80146"/>
                      <a:pt x="394561" y="77352"/>
                    </a:cubicBezTo>
                    <a:cubicBezTo>
                      <a:pt x="295247" y="40903"/>
                      <a:pt x="253337" y="19821"/>
                      <a:pt x="187932" y="14487"/>
                    </a:cubicBezTo>
                    <a:cubicBezTo>
                      <a:pt x="187932" y="14614"/>
                      <a:pt x="187932" y="14614"/>
                      <a:pt x="187932" y="14741"/>
                    </a:cubicBezTo>
                    <a:cubicBezTo>
                      <a:pt x="187805" y="14995"/>
                      <a:pt x="187805" y="14741"/>
                      <a:pt x="187678" y="14360"/>
                    </a:cubicBezTo>
                    <a:cubicBezTo>
                      <a:pt x="163167" y="12455"/>
                      <a:pt x="135608" y="12582"/>
                      <a:pt x="100302" y="14995"/>
                    </a:cubicBezTo>
                    <a:cubicBezTo>
                      <a:pt x="-102771" y="-211954"/>
                      <a:pt x="66393" y="2209555"/>
                      <a:pt x="60170" y="2390022"/>
                    </a:cubicBezTo>
                    <a:cubicBezTo>
                      <a:pt x="435328" y="2370845"/>
                      <a:pt x="6405852" y="2429138"/>
                      <a:pt x="6346797" y="2368813"/>
                    </a:cubicBezTo>
                    <a:close/>
                    <a:moveTo>
                      <a:pt x="490827" y="92592"/>
                    </a:moveTo>
                    <a:cubicBezTo>
                      <a:pt x="490065" y="92719"/>
                      <a:pt x="490192" y="86877"/>
                      <a:pt x="490827" y="92592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t="-55947" b="-20475"/>
                </a:stretch>
              </a:blipFill>
            </p:spPr>
          </p:sp>
        </p:grpSp>
      </p:grpSp>
      <p:sp>
        <p:nvSpPr>
          <p:cNvPr id="13" name="TextBox 13"/>
          <p:cNvSpPr txBox="1"/>
          <p:nvPr/>
        </p:nvSpPr>
        <p:spPr>
          <a:xfrm>
            <a:off x="2002213" y="1883821"/>
            <a:ext cx="6379787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sz="65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Future Enhancements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2002213" y="3009593"/>
            <a:ext cx="1587474" cy="0"/>
          </a:xfrm>
          <a:prstGeom prst="line">
            <a:avLst/>
          </a:prstGeom>
          <a:ln w="19050" cap="flat">
            <a:solidFill>
              <a:srgbClr val="FF54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 rot="170235" flipH="1" flipV="1">
            <a:off x="3700476" y="8523308"/>
            <a:ext cx="2781892" cy="1801275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5"/>
                </a:moveTo>
                <a:lnTo>
                  <a:pt x="0" y="1801275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5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080272" y="5526408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0" y="0"/>
                </a:moveTo>
                <a:lnTo>
                  <a:pt x="937280" y="0"/>
                </a:lnTo>
                <a:lnTo>
                  <a:pt x="937280" y="939236"/>
                </a:lnTo>
                <a:lnTo>
                  <a:pt x="0" y="9392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5571063">
            <a:off x="16485215" y="993358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9" y="0"/>
                </a:lnTo>
                <a:lnTo>
                  <a:pt x="1738739" y="1859613"/>
                </a:lnTo>
                <a:lnTo>
                  <a:pt x="0" y="18596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7759" y="1151312"/>
            <a:ext cx="1897490" cy="1686394"/>
          </a:xfrm>
          <a:custGeom>
            <a:avLst/>
            <a:gdLst/>
            <a:ahLst/>
            <a:cxnLst/>
            <a:rect l="l" t="t" r="r" b="b"/>
            <a:pathLst>
              <a:path w="1897490" h="1686394">
                <a:moveTo>
                  <a:pt x="0" y="0"/>
                </a:moveTo>
                <a:lnTo>
                  <a:pt x="1897489" y="0"/>
                </a:lnTo>
                <a:lnTo>
                  <a:pt x="1897489" y="1686394"/>
                </a:lnTo>
                <a:lnTo>
                  <a:pt x="0" y="16863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23" name="مجموعة 22">
            <a:extLst>
              <a:ext uri="{FF2B5EF4-FFF2-40B4-BE49-F238E27FC236}">
                <a16:creationId xmlns:a16="http://schemas.microsoft.com/office/drawing/2014/main" id="{683D995A-6DB1-A282-9285-5641FBD59794}"/>
              </a:ext>
            </a:extLst>
          </p:cNvPr>
          <p:cNvGrpSpPr/>
          <p:nvPr/>
        </p:nvGrpSpPr>
        <p:grpSpPr>
          <a:xfrm>
            <a:off x="1212900" y="3278107"/>
            <a:ext cx="867372" cy="872129"/>
            <a:chOff x="2002213" y="3705297"/>
            <a:chExt cx="867372" cy="872129"/>
          </a:xfrm>
        </p:grpSpPr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8CB9BE52-D153-DC9C-2118-CC4230760476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8E31C144-E702-9D15-264D-3866ABE313E5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257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id="26" name="TextBox 18">
            <a:extLst>
              <a:ext uri="{FF2B5EF4-FFF2-40B4-BE49-F238E27FC236}">
                <a16:creationId xmlns:a16="http://schemas.microsoft.com/office/drawing/2014/main" id="{1B0816DF-43EB-AB3E-F707-F91EEDA0E5E7}"/>
              </a:ext>
            </a:extLst>
          </p:cNvPr>
          <p:cNvSpPr txBox="1"/>
          <p:nvPr/>
        </p:nvSpPr>
        <p:spPr>
          <a:xfrm>
            <a:off x="2412606" y="3477485"/>
            <a:ext cx="569398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Add a commenting system for recipes.</a:t>
            </a:r>
          </a:p>
        </p:txBody>
      </p:sp>
      <p:grpSp>
        <p:nvGrpSpPr>
          <p:cNvPr id="27" name="مجموعة 26">
            <a:extLst>
              <a:ext uri="{FF2B5EF4-FFF2-40B4-BE49-F238E27FC236}">
                <a16:creationId xmlns:a16="http://schemas.microsoft.com/office/drawing/2014/main" id="{ABFB8C0B-BAE5-E475-01C4-9A00DD840BA9}"/>
              </a:ext>
            </a:extLst>
          </p:cNvPr>
          <p:cNvGrpSpPr/>
          <p:nvPr/>
        </p:nvGrpSpPr>
        <p:grpSpPr>
          <a:xfrm>
            <a:off x="9510681" y="3225273"/>
            <a:ext cx="867372" cy="872129"/>
            <a:chOff x="2002213" y="3705297"/>
            <a:chExt cx="867372" cy="872129"/>
          </a:xfrm>
        </p:grpSpPr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11FC9DBE-9CB1-2BD9-37BA-1F0C062BFF86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TextBox 16">
              <a:extLst>
                <a:ext uri="{FF2B5EF4-FFF2-40B4-BE49-F238E27FC236}">
                  <a16:creationId xmlns:a16="http://schemas.microsoft.com/office/drawing/2014/main" id="{67C64AC1-4D28-AC04-CF64-2402A21382E9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30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id="30" name="TextBox 18">
            <a:extLst>
              <a:ext uri="{FF2B5EF4-FFF2-40B4-BE49-F238E27FC236}">
                <a16:creationId xmlns:a16="http://schemas.microsoft.com/office/drawing/2014/main" id="{F057E513-8E91-85AD-4853-E0096CB2C52B}"/>
              </a:ext>
            </a:extLst>
          </p:cNvPr>
          <p:cNvSpPr txBox="1"/>
          <p:nvPr/>
        </p:nvSpPr>
        <p:spPr>
          <a:xfrm>
            <a:off x="10662371" y="3439708"/>
            <a:ext cx="398018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Support for favorite recipes.</a:t>
            </a:r>
          </a:p>
        </p:txBody>
      </p:sp>
      <p:grpSp>
        <p:nvGrpSpPr>
          <p:cNvPr id="31" name="مجموعة 30">
            <a:extLst>
              <a:ext uri="{FF2B5EF4-FFF2-40B4-BE49-F238E27FC236}">
                <a16:creationId xmlns:a16="http://schemas.microsoft.com/office/drawing/2014/main" id="{FE18C874-0C8E-E993-4171-321FCFB03860}"/>
              </a:ext>
            </a:extLst>
          </p:cNvPr>
          <p:cNvGrpSpPr/>
          <p:nvPr/>
        </p:nvGrpSpPr>
        <p:grpSpPr>
          <a:xfrm>
            <a:off x="1998038" y="4556798"/>
            <a:ext cx="867372" cy="872129"/>
            <a:chOff x="2002213" y="3705297"/>
            <a:chExt cx="867372" cy="872129"/>
          </a:xfrm>
        </p:grpSpPr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51514CF4-1908-E9DE-8E4D-F72AC6F3F5E7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TextBox 16">
              <a:extLst>
                <a:ext uri="{FF2B5EF4-FFF2-40B4-BE49-F238E27FC236}">
                  <a16:creationId xmlns:a16="http://schemas.microsoft.com/office/drawing/2014/main" id="{D905AC94-9431-F02B-D89F-218952E54586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30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id="34" name="TextBox 18">
            <a:extLst>
              <a:ext uri="{FF2B5EF4-FFF2-40B4-BE49-F238E27FC236}">
                <a16:creationId xmlns:a16="http://schemas.microsoft.com/office/drawing/2014/main" id="{C5FDDAC5-8CC6-74CE-1C67-C4F7CA047BE4}"/>
              </a:ext>
            </a:extLst>
          </p:cNvPr>
          <p:cNvSpPr txBox="1"/>
          <p:nvPr/>
        </p:nvSpPr>
        <p:spPr>
          <a:xfrm>
            <a:off x="3197744" y="4756176"/>
            <a:ext cx="632725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Mobile application: Android and iOS versions.</a:t>
            </a:r>
          </a:p>
        </p:txBody>
      </p:sp>
      <p:grpSp>
        <p:nvGrpSpPr>
          <p:cNvPr id="35" name="مجموعة 34">
            <a:extLst>
              <a:ext uri="{FF2B5EF4-FFF2-40B4-BE49-F238E27FC236}">
                <a16:creationId xmlns:a16="http://schemas.microsoft.com/office/drawing/2014/main" id="{FD499287-550B-DF9C-F092-10CE6BDEDBFB}"/>
              </a:ext>
            </a:extLst>
          </p:cNvPr>
          <p:cNvGrpSpPr/>
          <p:nvPr/>
        </p:nvGrpSpPr>
        <p:grpSpPr>
          <a:xfrm>
            <a:off x="10439400" y="4500736"/>
            <a:ext cx="867372" cy="872129"/>
            <a:chOff x="2002213" y="3705297"/>
            <a:chExt cx="867372" cy="872129"/>
          </a:xfrm>
        </p:grpSpPr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F4E3D13C-2734-9EDF-7A05-375419CF2E1B}"/>
                </a:ext>
              </a:extLst>
            </p:cNvPr>
            <p:cNvSpPr/>
            <p:nvPr/>
          </p:nvSpPr>
          <p:spPr>
            <a:xfrm>
              <a:off x="2002213" y="3705297"/>
              <a:ext cx="867372" cy="872129"/>
            </a:xfrm>
            <a:custGeom>
              <a:avLst/>
              <a:gdLst/>
              <a:ahLst/>
              <a:cxnLst/>
              <a:rect l="l" t="t" r="r" b="b"/>
              <a:pathLst>
                <a:path w="867372" h="872129">
                  <a:moveTo>
                    <a:pt x="0" y="0"/>
                  </a:moveTo>
                  <a:lnTo>
                    <a:pt x="867372" y="0"/>
                  </a:lnTo>
                  <a:lnTo>
                    <a:pt x="867372" y="872129"/>
                  </a:lnTo>
                  <a:lnTo>
                    <a:pt x="0" y="872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83E6F56A-7ECE-EEB2-23E0-6060D1A8A9EE}"/>
                </a:ext>
              </a:extLst>
            </p:cNvPr>
            <p:cNvSpPr txBox="1"/>
            <p:nvPr/>
          </p:nvSpPr>
          <p:spPr>
            <a:xfrm>
              <a:off x="2126042" y="3904675"/>
              <a:ext cx="619715" cy="430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0"/>
                </a:lnSpc>
                <a:spcBef>
                  <a:spcPct val="0"/>
                </a:spcBef>
              </a:pPr>
              <a:r>
                <a:rPr lang="en-US" sz="2536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sp>
        <p:nvSpPr>
          <p:cNvPr id="38" name="TextBox 18">
            <a:extLst>
              <a:ext uri="{FF2B5EF4-FFF2-40B4-BE49-F238E27FC236}">
                <a16:creationId xmlns:a16="http://schemas.microsoft.com/office/drawing/2014/main" id="{D7A248E9-EEB6-3CFD-573B-31111712F44B}"/>
              </a:ext>
            </a:extLst>
          </p:cNvPr>
          <p:cNvSpPr txBox="1"/>
          <p:nvPr/>
        </p:nvSpPr>
        <p:spPr>
          <a:xfrm>
            <a:off x="11486051" y="4706523"/>
            <a:ext cx="398018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Add videos for recipes.</a:t>
            </a:r>
          </a:p>
        </p:txBody>
      </p:sp>
      <p:sp>
        <p:nvSpPr>
          <p:cNvPr id="39" name="Freeform 20">
            <a:extLst>
              <a:ext uri="{FF2B5EF4-FFF2-40B4-BE49-F238E27FC236}">
                <a16:creationId xmlns:a16="http://schemas.microsoft.com/office/drawing/2014/main" id="{30FF607B-58C9-3AE0-14C0-005B944DA8DF}"/>
              </a:ext>
            </a:extLst>
          </p:cNvPr>
          <p:cNvSpPr/>
          <p:nvPr/>
        </p:nvSpPr>
        <p:spPr>
          <a:xfrm>
            <a:off x="17341783" y="470825"/>
            <a:ext cx="312377" cy="180611"/>
          </a:xfrm>
          <a:custGeom>
            <a:avLst/>
            <a:gdLst/>
            <a:ahLst/>
            <a:cxnLst/>
            <a:rect l="l" t="t" r="r" b="b"/>
            <a:pathLst>
              <a:path w="312377" h="180611">
                <a:moveTo>
                  <a:pt x="0" y="0"/>
                </a:moveTo>
                <a:lnTo>
                  <a:pt x="312377" y="0"/>
                </a:lnTo>
                <a:lnTo>
                  <a:pt x="312377" y="180610"/>
                </a:lnTo>
                <a:lnTo>
                  <a:pt x="0" y="180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BB6AE5D-4A3A-4471-AB83-99A04C359A67}"/>
              </a:ext>
            </a:extLst>
          </p:cNvPr>
          <p:cNvSpPr txBox="1"/>
          <p:nvPr/>
        </p:nvSpPr>
        <p:spPr>
          <a:xfrm>
            <a:off x="6280150" y="481836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OVERVIEW</a:t>
            </a:r>
          </a:p>
        </p:txBody>
      </p:sp>
      <p:sp>
        <p:nvSpPr>
          <p:cNvPr id="41" name="TextBox 26">
            <a:extLst>
              <a:ext uri="{FF2B5EF4-FFF2-40B4-BE49-F238E27FC236}">
                <a16:creationId xmlns:a16="http://schemas.microsoft.com/office/drawing/2014/main" id="{41C4ABD4-FBD4-BBF9-A65B-2932847CD2B6}"/>
              </a:ext>
            </a:extLst>
          </p:cNvPr>
          <p:cNvSpPr txBox="1"/>
          <p:nvPr/>
        </p:nvSpPr>
        <p:spPr>
          <a:xfrm>
            <a:off x="7848600" y="482398"/>
            <a:ext cx="1486031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Key features</a:t>
            </a:r>
          </a:p>
        </p:txBody>
      </p:sp>
      <p:sp>
        <p:nvSpPr>
          <p:cNvPr id="42" name="TextBox 26">
            <a:extLst>
              <a:ext uri="{FF2B5EF4-FFF2-40B4-BE49-F238E27FC236}">
                <a16:creationId xmlns:a16="http://schemas.microsoft.com/office/drawing/2014/main" id="{07E94A9D-8340-CC07-FC05-ABBB1A27B296}"/>
              </a:ext>
            </a:extLst>
          </p:cNvPr>
          <p:cNvSpPr txBox="1"/>
          <p:nvPr/>
        </p:nvSpPr>
        <p:spPr>
          <a:xfrm>
            <a:off x="9589687" y="190500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Technical Implementation</a:t>
            </a: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F8DB945B-A7BD-F027-5626-97B0CC775A5E}"/>
              </a:ext>
            </a:extLst>
          </p:cNvPr>
          <p:cNvSpPr txBox="1"/>
          <p:nvPr/>
        </p:nvSpPr>
        <p:spPr>
          <a:xfrm>
            <a:off x="11918950" y="486969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Challenges</a:t>
            </a:r>
            <a:endParaRPr lang="en-US" sz="2400" dirty="0">
              <a:solidFill>
                <a:srgbClr val="FFFFFF"/>
              </a:solidFill>
              <a:latin typeface="Zuume Rough Bold"/>
              <a:sym typeface="Open Sans"/>
            </a:endParaRPr>
          </a:p>
        </p:txBody>
      </p:sp>
      <p:sp>
        <p:nvSpPr>
          <p:cNvPr id="44" name="TextBox 26">
            <a:extLst>
              <a:ext uri="{FF2B5EF4-FFF2-40B4-BE49-F238E27FC236}">
                <a16:creationId xmlns:a16="http://schemas.microsoft.com/office/drawing/2014/main" id="{6BC8B936-5DB5-9DC5-C401-DB25593CF4AD}"/>
              </a:ext>
            </a:extLst>
          </p:cNvPr>
          <p:cNvSpPr txBox="1"/>
          <p:nvPr/>
        </p:nvSpPr>
        <p:spPr>
          <a:xfrm>
            <a:off x="13582025" y="183241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5400"/>
                </a:solidFill>
                <a:latin typeface="Zuume Rough Bold"/>
                <a:sym typeface="Open Sans"/>
              </a:rPr>
              <a:t>Future Enhancements</a:t>
            </a:r>
          </a:p>
        </p:txBody>
      </p:sp>
      <p:sp>
        <p:nvSpPr>
          <p:cNvPr id="45" name="TextBox 26">
            <a:extLst>
              <a:ext uri="{FF2B5EF4-FFF2-40B4-BE49-F238E27FC236}">
                <a16:creationId xmlns:a16="http://schemas.microsoft.com/office/drawing/2014/main" id="{E711C010-7141-FA56-961F-55B1B58C4092}"/>
              </a:ext>
            </a:extLst>
          </p:cNvPr>
          <p:cNvSpPr txBox="1"/>
          <p:nvPr/>
        </p:nvSpPr>
        <p:spPr>
          <a:xfrm>
            <a:off x="15707448" y="356870"/>
            <a:ext cx="138149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Teamwork</a:t>
            </a:r>
          </a:p>
        </p:txBody>
      </p:sp>
      <p:sp>
        <p:nvSpPr>
          <p:cNvPr id="46" name="TextBox 22">
            <a:extLst>
              <a:ext uri="{FF2B5EF4-FFF2-40B4-BE49-F238E27FC236}">
                <a16:creationId xmlns:a16="http://schemas.microsoft.com/office/drawing/2014/main" id="{AAB2EAD8-97F9-BE47-58E5-150979BF1D7F}"/>
              </a:ext>
            </a:extLst>
          </p:cNvPr>
          <p:cNvSpPr txBox="1"/>
          <p:nvPr/>
        </p:nvSpPr>
        <p:spPr>
          <a:xfrm>
            <a:off x="1102843" y="541536"/>
            <a:ext cx="1926211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World of flavors</a:t>
            </a:r>
          </a:p>
        </p:txBody>
      </p:sp>
      <p:pic>
        <p:nvPicPr>
          <p:cNvPr id="47" name="صورة 46">
            <a:extLst>
              <a:ext uri="{FF2B5EF4-FFF2-40B4-BE49-F238E27FC236}">
                <a16:creationId xmlns:a16="http://schemas.microsoft.com/office/drawing/2014/main" id="{270C31BC-5E19-C536-8736-5B5E91F2D40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9" y="247983"/>
            <a:ext cx="516395" cy="516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533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392215" y="-82286"/>
            <a:ext cx="9762435" cy="10451573"/>
            <a:chOff x="0" y="0"/>
            <a:chExt cx="5933440" cy="6352286"/>
          </a:xfrm>
        </p:grpSpPr>
        <p:sp>
          <p:nvSpPr>
            <p:cNvPr id="4" name="Freeform 4"/>
            <p:cNvSpPr/>
            <p:nvPr/>
          </p:nvSpPr>
          <p:spPr>
            <a:xfrm>
              <a:off x="-27" y="-62"/>
              <a:ext cx="5933466" cy="6352235"/>
            </a:xfrm>
            <a:custGeom>
              <a:avLst/>
              <a:gdLst/>
              <a:ahLst/>
              <a:cxnLst/>
              <a:rect l="l" t="t" r="r" b="b"/>
              <a:pathLst>
                <a:path w="5933466" h="6352235">
                  <a:moveTo>
                    <a:pt x="5914671" y="6334060"/>
                  </a:moveTo>
                  <a:cubicBezTo>
                    <a:pt x="4410991" y="6356158"/>
                    <a:pt x="2810918" y="6335076"/>
                    <a:pt x="1315239" y="6344093"/>
                  </a:cubicBezTo>
                  <a:cubicBezTo>
                    <a:pt x="1002184" y="6336854"/>
                    <a:pt x="663729" y="6357555"/>
                    <a:pt x="337339" y="6344855"/>
                  </a:cubicBezTo>
                  <a:cubicBezTo>
                    <a:pt x="263933" y="6337108"/>
                    <a:pt x="-130402" y="6435914"/>
                    <a:pt x="122582" y="6089712"/>
                  </a:cubicBezTo>
                  <a:cubicBezTo>
                    <a:pt x="213387" y="6034213"/>
                    <a:pt x="109882" y="5938074"/>
                    <a:pt x="140743" y="5850444"/>
                  </a:cubicBezTo>
                  <a:cubicBezTo>
                    <a:pt x="254662" y="5736144"/>
                    <a:pt x="122963" y="5564567"/>
                    <a:pt x="49684" y="5390831"/>
                  </a:cubicBezTo>
                  <a:cubicBezTo>
                    <a:pt x="43588" y="5246432"/>
                    <a:pt x="162841" y="5130227"/>
                    <a:pt x="89308" y="4976430"/>
                  </a:cubicBezTo>
                  <a:cubicBezTo>
                    <a:pt x="96039" y="4903405"/>
                    <a:pt x="92102" y="4775008"/>
                    <a:pt x="24411" y="4713667"/>
                  </a:cubicBezTo>
                  <a:cubicBezTo>
                    <a:pt x="-69442" y="4662994"/>
                    <a:pt x="139600" y="4508054"/>
                    <a:pt x="111152" y="4369116"/>
                  </a:cubicBezTo>
                  <a:cubicBezTo>
                    <a:pt x="119534" y="4241100"/>
                    <a:pt x="109374" y="4092764"/>
                    <a:pt x="83847" y="3941380"/>
                  </a:cubicBezTo>
                  <a:cubicBezTo>
                    <a:pt x="90324" y="3889437"/>
                    <a:pt x="118899" y="3841685"/>
                    <a:pt x="107596" y="3791774"/>
                  </a:cubicBezTo>
                  <a:cubicBezTo>
                    <a:pt x="111406" y="3719003"/>
                    <a:pt x="203735" y="3646232"/>
                    <a:pt x="135663" y="3585272"/>
                  </a:cubicBezTo>
                  <a:cubicBezTo>
                    <a:pt x="123852" y="3574985"/>
                    <a:pt x="137568" y="3557586"/>
                    <a:pt x="152427" y="3538917"/>
                  </a:cubicBezTo>
                  <a:cubicBezTo>
                    <a:pt x="141886" y="3529265"/>
                    <a:pt x="55399" y="3385882"/>
                    <a:pt x="93499" y="3326954"/>
                  </a:cubicBezTo>
                  <a:cubicBezTo>
                    <a:pt x="91340" y="3263327"/>
                    <a:pt x="167540" y="3270693"/>
                    <a:pt x="93753" y="3131882"/>
                  </a:cubicBezTo>
                  <a:cubicBezTo>
                    <a:pt x="44731" y="3118166"/>
                    <a:pt x="201068" y="2947859"/>
                    <a:pt x="267997" y="2820732"/>
                  </a:cubicBezTo>
                  <a:cubicBezTo>
                    <a:pt x="248439" y="2748342"/>
                    <a:pt x="298096" y="2686239"/>
                    <a:pt x="319051" y="2613087"/>
                  </a:cubicBezTo>
                  <a:cubicBezTo>
                    <a:pt x="341403" y="2506661"/>
                    <a:pt x="318797" y="2441383"/>
                    <a:pt x="434748" y="2346260"/>
                  </a:cubicBezTo>
                  <a:cubicBezTo>
                    <a:pt x="468784" y="2272600"/>
                    <a:pt x="382551" y="2188780"/>
                    <a:pt x="425731" y="2076385"/>
                  </a:cubicBezTo>
                  <a:cubicBezTo>
                    <a:pt x="406935" y="2061272"/>
                    <a:pt x="459894" y="2044254"/>
                    <a:pt x="425858" y="2018600"/>
                  </a:cubicBezTo>
                  <a:cubicBezTo>
                    <a:pt x="410745" y="1998280"/>
                    <a:pt x="380392" y="2002471"/>
                    <a:pt x="409856" y="1960053"/>
                  </a:cubicBezTo>
                  <a:cubicBezTo>
                    <a:pt x="399315" y="1943035"/>
                    <a:pt x="443892" y="1820734"/>
                    <a:pt x="420270" y="1732215"/>
                  </a:cubicBezTo>
                  <a:cubicBezTo>
                    <a:pt x="416206" y="1721547"/>
                    <a:pt x="483008" y="1683574"/>
                    <a:pt x="456465" y="1657412"/>
                  </a:cubicBezTo>
                  <a:cubicBezTo>
                    <a:pt x="486437" y="1596579"/>
                    <a:pt x="388393" y="1560130"/>
                    <a:pt x="471451" y="1420938"/>
                  </a:cubicBezTo>
                  <a:cubicBezTo>
                    <a:pt x="423445" y="1386267"/>
                    <a:pt x="441098" y="1344865"/>
                    <a:pt x="436907" y="1304225"/>
                  </a:cubicBezTo>
                  <a:cubicBezTo>
                    <a:pt x="492914" y="1238185"/>
                    <a:pt x="515139" y="1099628"/>
                    <a:pt x="639980" y="851343"/>
                  </a:cubicBezTo>
                  <a:cubicBezTo>
                    <a:pt x="706020" y="764983"/>
                    <a:pt x="697892" y="635189"/>
                    <a:pt x="782347" y="415225"/>
                  </a:cubicBezTo>
                  <a:cubicBezTo>
                    <a:pt x="756312" y="387158"/>
                    <a:pt x="892075" y="396937"/>
                    <a:pt x="983896" y="216978"/>
                  </a:cubicBezTo>
                  <a:cubicBezTo>
                    <a:pt x="968402" y="149033"/>
                    <a:pt x="1070891" y="86168"/>
                    <a:pt x="1027584" y="9714"/>
                  </a:cubicBezTo>
                  <a:cubicBezTo>
                    <a:pt x="1439826" y="19366"/>
                    <a:pt x="1940714" y="8952"/>
                    <a:pt x="2442364" y="11746"/>
                  </a:cubicBezTo>
                  <a:cubicBezTo>
                    <a:pt x="3456586" y="15429"/>
                    <a:pt x="4397783" y="12889"/>
                    <a:pt x="5398416" y="12000"/>
                  </a:cubicBezTo>
                  <a:cubicBezTo>
                    <a:pt x="6143652" y="103567"/>
                    <a:pt x="5870348" y="-589853"/>
                    <a:pt x="5933467" y="2294571"/>
                  </a:cubicBezTo>
                  <a:cubicBezTo>
                    <a:pt x="5899431" y="3610545"/>
                    <a:pt x="5953152" y="5089841"/>
                    <a:pt x="5914671" y="6334060"/>
                  </a:cubicBezTo>
                  <a:close/>
                </a:path>
              </a:pathLst>
            </a:custGeom>
            <a:solidFill>
              <a:srgbClr val="FF54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8620815" y="-82286"/>
            <a:ext cx="9762435" cy="10451573"/>
            <a:chOff x="0" y="0"/>
            <a:chExt cx="5933440" cy="6352286"/>
          </a:xfrm>
        </p:grpSpPr>
        <p:sp>
          <p:nvSpPr>
            <p:cNvPr id="6" name="Freeform 6"/>
            <p:cNvSpPr/>
            <p:nvPr/>
          </p:nvSpPr>
          <p:spPr>
            <a:xfrm>
              <a:off x="-27" y="-62"/>
              <a:ext cx="5933466" cy="6352235"/>
            </a:xfrm>
            <a:custGeom>
              <a:avLst/>
              <a:gdLst/>
              <a:ahLst/>
              <a:cxnLst/>
              <a:rect l="l" t="t" r="r" b="b"/>
              <a:pathLst>
                <a:path w="5933466" h="6352235">
                  <a:moveTo>
                    <a:pt x="5914671" y="6334060"/>
                  </a:moveTo>
                  <a:cubicBezTo>
                    <a:pt x="4410991" y="6356158"/>
                    <a:pt x="2810918" y="6335076"/>
                    <a:pt x="1315239" y="6344093"/>
                  </a:cubicBezTo>
                  <a:cubicBezTo>
                    <a:pt x="1002184" y="6336854"/>
                    <a:pt x="663729" y="6357555"/>
                    <a:pt x="337339" y="6344855"/>
                  </a:cubicBezTo>
                  <a:cubicBezTo>
                    <a:pt x="263933" y="6337108"/>
                    <a:pt x="-130402" y="6435914"/>
                    <a:pt x="122582" y="6089712"/>
                  </a:cubicBezTo>
                  <a:cubicBezTo>
                    <a:pt x="213387" y="6034213"/>
                    <a:pt x="109882" y="5938074"/>
                    <a:pt x="140743" y="5850444"/>
                  </a:cubicBezTo>
                  <a:cubicBezTo>
                    <a:pt x="254662" y="5736144"/>
                    <a:pt x="122963" y="5564567"/>
                    <a:pt x="49684" y="5390831"/>
                  </a:cubicBezTo>
                  <a:cubicBezTo>
                    <a:pt x="43588" y="5246432"/>
                    <a:pt x="162841" y="5130227"/>
                    <a:pt x="89308" y="4976430"/>
                  </a:cubicBezTo>
                  <a:cubicBezTo>
                    <a:pt x="96039" y="4903405"/>
                    <a:pt x="92102" y="4775008"/>
                    <a:pt x="24411" y="4713667"/>
                  </a:cubicBezTo>
                  <a:cubicBezTo>
                    <a:pt x="-69442" y="4662994"/>
                    <a:pt x="139600" y="4508054"/>
                    <a:pt x="111152" y="4369116"/>
                  </a:cubicBezTo>
                  <a:cubicBezTo>
                    <a:pt x="119534" y="4241100"/>
                    <a:pt x="109374" y="4092764"/>
                    <a:pt x="83847" y="3941380"/>
                  </a:cubicBezTo>
                  <a:cubicBezTo>
                    <a:pt x="90324" y="3889437"/>
                    <a:pt x="118899" y="3841685"/>
                    <a:pt x="107596" y="3791774"/>
                  </a:cubicBezTo>
                  <a:cubicBezTo>
                    <a:pt x="111406" y="3719003"/>
                    <a:pt x="203735" y="3646232"/>
                    <a:pt x="135663" y="3585272"/>
                  </a:cubicBezTo>
                  <a:cubicBezTo>
                    <a:pt x="123852" y="3574985"/>
                    <a:pt x="137568" y="3557586"/>
                    <a:pt x="152427" y="3538917"/>
                  </a:cubicBezTo>
                  <a:cubicBezTo>
                    <a:pt x="141886" y="3529265"/>
                    <a:pt x="55399" y="3385882"/>
                    <a:pt x="93499" y="3326954"/>
                  </a:cubicBezTo>
                  <a:cubicBezTo>
                    <a:pt x="91340" y="3263327"/>
                    <a:pt x="167540" y="3270693"/>
                    <a:pt x="93753" y="3131882"/>
                  </a:cubicBezTo>
                  <a:cubicBezTo>
                    <a:pt x="44731" y="3118166"/>
                    <a:pt x="201068" y="2947859"/>
                    <a:pt x="267997" y="2820732"/>
                  </a:cubicBezTo>
                  <a:cubicBezTo>
                    <a:pt x="248439" y="2748342"/>
                    <a:pt x="298096" y="2686239"/>
                    <a:pt x="319051" y="2613087"/>
                  </a:cubicBezTo>
                  <a:cubicBezTo>
                    <a:pt x="341403" y="2506661"/>
                    <a:pt x="318797" y="2441383"/>
                    <a:pt x="434748" y="2346260"/>
                  </a:cubicBezTo>
                  <a:cubicBezTo>
                    <a:pt x="468784" y="2272600"/>
                    <a:pt x="382551" y="2188780"/>
                    <a:pt x="425731" y="2076385"/>
                  </a:cubicBezTo>
                  <a:cubicBezTo>
                    <a:pt x="406935" y="2061272"/>
                    <a:pt x="459894" y="2044254"/>
                    <a:pt x="425858" y="2018600"/>
                  </a:cubicBezTo>
                  <a:cubicBezTo>
                    <a:pt x="410745" y="1998280"/>
                    <a:pt x="380392" y="2002471"/>
                    <a:pt x="409856" y="1960053"/>
                  </a:cubicBezTo>
                  <a:cubicBezTo>
                    <a:pt x="399315" y="1943035"/>
                    <a:pt x="443892" y="1820734"/>
                    <a:pt x="420270" y="1732215"/>
                  </a:cubicBezTo>
                  <a:cubicBezTo>
                    <a:pt x="416206" y="1721547"/>
                    <a:pt x="483008" y="1683574"/>
                    <a:pt x="456465" y="1657412"/>
                  </a:cubicBezTo>
                  <a:cubicBezTo>
                    <a:pt x="486437" y="1596579"/>
                    <a:pt x="388393" y="1560130"/>
                    <a:pt x="471451" y="1420938"/>
                  </a:cubicBezTo>
                  <a:cubicBezTo>
                    <a:pt x="423445" y="1386267"/>
                    <a:pt x="441098" y="1344865"/>
                    <a:pt x="436907" y="1304225"/>
                  </a:cubicBezTo>
                  <a:cubicBezTo>
                    <a:pt x="492914" y="1238185"/>
                    <a:pt x="515139" y="1099628"/>
                    <a:pt x="639980" y="851343"/>
                  </a:cubicBezTo>
                  <a:cubicBezTo>
                    <a:pt x="706020" y="764983"/>
                    <a:pt x="697892" y="635189"/>
                    <a:pt x="782347" y="415225"/>
                  </a:cubicBezTo>
                  <a:cubicBezTo>
                    <a:pt x="756312" y="387158"/>
                    <a:pt x="892075" y="396937"/>
                    <a:pt x="983896" y="216978"/>
                  </a:cubicBezTo>
                  <a:cubicBezTo>
                    <a:pt x="968402" y="149033"/>
                    <a:pt x="1070891" y="86168"/>
                    <a:pt x="1027584" y="9714"/>
                  </a:cubicBezTo>
                  <a:cubicBezTo>
                    <a:pt x="1439826" y="19366"/>
                    <a:pt x="1940714" y="8952"/>
                    <a:pt x="2442364" y="11746"/>
                  </a:cubicBezTo>
                  <a:cubicBezTo>
                    <a:pt x="3456586" y="15429"/>
                    <a:pt x="4397783" y="12889"/>
                    <a:pt x="5398416" y="12000"/>
                  </a:cubicBezTo>
                  <a:cubicBezTo>
                    <a:pt x="6143652" y="103567"/>
                    <a:pt x="5870348" y="-589853"/>
                    <a:pt x="5933467" y="2294571"/>
                  </a:cubicBezTo>
                  <a:cubicBezTo>
                    <a:pt x="5899431" y="3610545"/>
                    <a:pt x="5953152" y="5089841"/>
                    <a:pt x="5914671" y="6334060"/>
                  </a:cubicBezTo>
                  <a:close/>
                </a:path>
              </a:pathLst>
            </a:custGeom>
            <a:blipFill>
              <a:blip r:embed="rId3"/>
              <a:stretch>
                <a:fillRect t="-11454" b="-530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219200" y="1375866"/>
            <a:ext cx="3910928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sz="65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Teamwork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1219200" y="2400300"/>
            <a:ext cx="1587474" cy="0"/>
          </a:xfrm>
          <a:prstGeom prst="line">
            <a:avLst/>
          </a:prstGeom>
          <a:ln w="19050" cap="flat">
            <a:solidFill>
              <a:srgbClr val="FF54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/>
          <p:cNvSpPr/>
          <p:nvPr/>
        </p:nvSpPr>
        <p:spPr>
          <a:xfrm rot="-467201" flipH="1" flipV="1">
            <a:off x="8352354" y="8841219"/>
            <a:ext cx="2781892" cy="1801275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5"/>
                </a:moveTo>
                <a:lnTo>
                  <a:pt x="0" y="1801275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5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8392215" y="1560752"/>
            <a:ext cx="1309125" cy="1311858"/>
          </a:xfrm>
          <a:custGeom>
            <a:avLst/>
            <a:gdLst/>
            <a:ahLst/>
            <a:cxnLst/>
            <a:rect l="l" t="t" r="r" b="b"/>
            <a:pathLst>
              <a:path w="1309125" h="1311858">
                <a:moveTo>
                  <a:pt x="0" y="0"/>
                </a:moveTo>
                <a:lnTo>
                  <a:pt x="1309125" y="0"/>
                </a:lnTo>
                <a:lnTo>
                  <a:pt x="1309125" y="1311858"/>
                </a:lnTo>
                <a:lnTo>
                  <a:pt x="0" y="1311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5571063">
            <a:off x="-477229" y="7524342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8" y="0"/>
                </a:lnTo>
                <a:lnTo>
                  <a:pt x="1738738" y="1859613"/>
                </a:lnTo>
                <a:lnTo>
                  <a:pt x="0" y="18596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740552" y="417805"/>
            <a:ext cx="1897490" cy="1686394"/>
          </a:xfrm>
          <a:custGeom>
            <a:avLst/>
            <a:gdLst/>
            <a:ahLst/>
            <a:cxnLst/>
            <a:rect l="l" t="t" r="r" b="b"/>
            <a:pathLst>
              <a:path w="1897490" h="1686394">
                <a:moveTo>
                  <a:pt x="0" y="0"/>
                </a:moveTo>
                <a:lnTo>
                  <a:pt x="1897489" y="0"/>
                </a:lnTo>
                <a:lnTo>
                  <a:pt x="1897489" y="1686394"/>
                </a:lnTo>
                <a:lnTo>
                  <a:pt x="0" y="16863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5394B323-BF73-11F3-17DA-1F587E44C20E}"/>
              </a:ext>
            </a:extLst>
          </p:cNvPr>
          <p:cNvSpPr txBox="1"/>
          <p:nvPr/>
        </p:nvSpPr>
        <p:spPr>
          <a:xfrm>
            <a:off x="1219200" y="2476500"/>
            <a:ext cx="569398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The distribution was as follows:</a:t>
            </a:r>
          </a:p>
        </p:txBody>
      </p:sp>
      <p:sp>
        <p:nvSpPr>
          <p:cNvPr id="33" name="Freeform 39">
            <a:extLst>
              <a:ext uri="{FF2B5EF4-FFF2-40B4-BE49-F238E27FC236}">
                <a16:creationId xmlns:a16="http://schemas.microsoft.com/office/drawing/2014/main" id="{8F6890DC-E428-0D03-9896-42F3615FA44D}"/>
              </a:ext>
            </a:extLst>
          </p:cNvPr>
          <p:cNvSpPr/>
          <p:nvPr/>
        </p:nvSpPr>
        <p:spPr>
          <a:xfrm>
            <a:off x="1143000" y="3428881"/>
            <a:ext cx="2800273" cy="799351"/>
          </a:xfrm>
          <a:custGeom>
            <a:avLst/>
            <a:gdLst/>
            <a:ahLst/>
            <a:cxnLst/>
            <a:rect l="l" t="t" r="r" b="b"/>
            <a:pathLst>
              <a:path w="2800273" h="799351">
                <a:moveTo>
                  <a:pt x="0" y="0"/>
                </a:moveTo>
                <a:lnTo>
                  <a:pt x="2800273" y="0"/>
                </a:lnTo>
                <a:lnTo>
                  <a:pt x="2800273" y="799351"/>
                </a:lnTo>
                <a:lnTo>
                  <a:pt x="0" y="7993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EF192AD0-394C-BE8B-5389-20B1A9E710F2}"/>
              </a:ext>
            </a:extLst>
          </p:cNvPr>
          <p:cNvSpPr txBox="1"/>
          <p:nvPr/>
        </p:nvSpPr>
        <p:spPr>
          <a:xfrm>
            <a:off x="1219200" y="4365084"/>
            <a:ext cx="694437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Designed the user interface using Bootstrap &amp; CSS.</a:t>
            </a: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4CCD1871-F822-76DE-9EBA-3004CFAA51B8}"/>
              </a:ext>
            </a:extLst>
          </p:cNvPr>
          <p:cNvSpPr txBox="1"/>
          <p:nvPr/>
        </p:nvSpPr>
        <p:spPr>
          <a:xfrm>
            <a:off x="1733519" y="3493618"/>
            <a:ext cx="2113324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JOOD:</a:t>
            </a:r>
          </a:p>
        </p:txBody>
      </p:sp>
      <p:sp>
        <p:nvSpPr>
          <p:cNvPr id="36" name="Freeform 39">
            <a:extLst>
              <a:ext uri="{FF2B5EF4-FFF2-40B4-BE49-F238E27FC236}">
                <a16:creationId xmlns:a16="http://schemas.microsoft.com/office/drawing/2014/main" id="{D1AD73C7-CBAB-F46D-F87A-0E685B404372}"/>
              </a:ext>
            </a:extLst>
          </p:cNvPr>
          <p:cNvSpPr/>
          <p:nvPr/>
        </p:nvSpPr>
        <p:spPr>
          <a:xfrm>
            <a:off x="1143000" y="5209565"/>
            <a:ext cx="2800273" cy="799351"/>
          </a:xfrm>
          <a:custGeom>
            <a:avLst/>
            <a:gdLst/>
            <a:ahLst/>
            <a:cxnLst/>
            <a:rect l="l" t="t" r="r" b="b"/>
            <a:pathLst>
              <a:path w="2800273" h="799351">
                <a:moveTo>
                  <a:pt x="0" y="0"/>
                </a:moveTo>
                <a:lnTo>
                  <a:pt x="2800273" y="0"/>
                </a:lnTo>
                <a:lnTo>
                  <a:pt x="2800273" y="799351"/>
                </a:lnTo>
                <a:lnTo>
                  <a:pt x="0" y="7993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19FE8218-B107-3240-64AB-8D65D91D890D}"/>
              </a:ext>
            </a:extLst>
          </p:cNvPr>
          <p:cNvSpPr txBox="1"/>
          <p:nvPr/>
        </p:nvSpPr>
        <p:spPr>
          <a:xfrm>
            <a:off x="1219200" y="6145768"/>
            <a:ext cx="694437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Built the database and integrated it with PHP.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3261F195-1EA9-3514-E4F9-4ACE1F0E3E66}"/>
              </a:ext>
            </a:extLst>
          </p:cNvPr>
          <p:cNvSpPr txBox="1"/>
          <p:nvPr/>
        </p:nvSpPr>
        <p:spPr>
          <a:xfrm>
            <a:off x="1944249" y="5293573"/>
            <a:ext cx="2113324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JURI:</a:t>
            </a:r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47F4A6A3-8652-3636-9F57-2B95D51730D8}"/>
              </a:ext>
            </a:extLst>
          </p:cNvPr>
          <p:cNvSpPr/>
          <p:nvPr/>
        </p:nvSpPr>
        <p:spPr>
          <a:xfrm>
            <a:off x="1143000" y="6856130"/>
            <a:ext cx="2800273" cy="799351"/>
          </a:xfrm>
          <a:custGeom>
            <a:avLst/>
            <a:gdLst/>
            <a:ahLst/>
            <a:cxnLst/>
            <a:rect l="l" t="t" r="r" b="b"/>
            <a:pathLst>
              <a:path w="2800273" h="799351">
                <a:moveTo>
                  <a:pt x="0" y="0"/>
                </a:moveTo>
                <a:lnTo>
                  <a:pt x="2800273" y="0"/>
                </a:lnTo>
                <a:lnTo>
                  <a:pt x="2800273" y="799351"/>
                </a:lnTo>
                <a:lnTo>
                  <a:pt x="0" y="7993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85F3BC99-F731-EF93-D1C1-27E70AF74468}"/>
              </a:ext>
            </a:extLst>
          </p:cNvPr>
          <p:cNvSpPr txBox="1"/>
          <p:nvPr/>
        </p:nvSpPr>
        <p:spPr>
          <a:xfrm>
            <a:off x="1219200" y="7792333"/>
            <a:ext cx="694437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Developed the Smart Recipe Builder feature.</a:t>
            </a: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62BDA11E-D0E7-CF42-1641-C4ADBF4E142A}"/>
              </a:ext>
            </a:extLst>
          </p:cNvPr>
          <p:cNvSpPr txBox="1"/>
          <p:nvPr/>
        </p:nvSpPr>
        <p:spPr>
          <a:xfrm>
            <a:off x="1445712" y="6951099"/>
            <a:ext cx="2113324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RAGHAD:</a:t>
            </a:r>
          </a:p>
        </p:txBody>
      </p:sp>
      <p:sp>
        <p:nvSpPr>
          <p:cNvPr id="42" name="Freeform 39">
            <a:extLst>
              <a:ext uri="{FF2B5EF4-FFF2-40B4-BE49-F238E27FC236}">
                <a16:creationId xmlns:a16="http://schemas.microsoft.com/office/drawing/2014/main" id="{9C18C6F0-DB53-9FB2-BAB4-6BBEC400DDD3}"/>
              </a:ext>
            </a:extLst>
          </p:cNvPr>
          <p:cNvSpPr/>
          <p:nvPr/>
        </p:nvSpPr>
        <p:spPr>
          <a:xfrm>
            <a:off x="1140912" y="8436322"/>
            <a:ext cx="2800273" cy="799351"/>
          </a:xfrm>
          <a:custGeom>
            <a:avLst/>
            <a:gdLst/>
            <a:ahLst/>
            <a:cxnLst/>
            <a:rect l="l" t="t" r="r" b="b"/>
            <a:pathLst>
              <a:path w="2800273" h="799351">
                <a:moveTo>
                  <a:pt x="0" y="0"/>
                </a:moveTo>
                <a:lnTo>
                  <a:pt x="2800273" y="0"/>
                </a:lnTo>
                <a:lnTo>
                  <a:pt x="2800273" y="799351"/>
                </a:lnTo>
                <a:lnTo>
                  <a:pt x="0" y="7993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EFA3F1C2-BE17-71F6-AECF-F905F1BC180D}"/>
              </a:ext>
            </a:extLst>
          </p:cNvPr>
          <p:cNvSpPr txBox="1"/>
          <p:nvPr/>
        </p:nvSpPr>
        <p:spPr>
          <a:xfrm>
            <a:off x="1217112" y="9372525"/>
            <a:ext cx="694437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Set up the admin dashboard and user management.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4C3B0B3F-130F-0FE7-8025-40FBB0DB7580}"/>
              </a:ext>
            </a:extLst>
          </p:cNvPr>
          <p:cNvSpPr txBox="1"/>
          <p:nvPr/>
        </p:nvSpPr>
        <p:spPr>
          <a:xfrm>
            <a:off x="1484386" y="8519048"/>
            <a:ext cx="2113324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  <a:ea typeface="Open Sans Bold"/>
                <a:cs typeface="Open Sans Bold"/>
                <a:sym typeface="Open Sans Bold"/>
              </a:rPr>
              <a:t>ARJWAN:</a:t>
            </a:r>
          </a:p>
        </p:txBody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D43BB90F-AB1A-A75A-78E7-9C5D064816B2}"/>
              </a:ext>
            </a:extLst>
          </p:cNvPr>
          <p:cNvSpPr/>
          <p:nvPr/>
        </p:nvSpPr>
        <p:spPr>
          <a:xfrm>
            <a:off x="9343029" y="6455696"/>
            <a:ext cx="1221176" cy="1917390"/>
          </a:xfrm>
          <a:custGeom>
            <a:avLst/>
            <a:gdLst/>
            <a:ahLst/>
            <a:cxnLst/>
            <a:rect l="l" t="t" r="r" b="b"/>
            <a:pathLst>
              <a:path w="2338769" h="3841921">
                <a:moveTo>
                  <a:pt x="0" y="0"/>
                </a:moveTo>
                <a:lnTo>
                  <a:pt x="2338769" y="0"/>
                </a:lnTo>
                <a:lnTo>
                  <a:pt x="2338769" y="3841920"/>
                </a:lnTo>
                <a:lnTo>
                  <a:pt x="0" y="3841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46" name="Freeform 20">
            <a:extLst>
              <a:ext uri="{FF2B5EF4-FFF2-40B4-BE49-F238E27FC236}">
                <a16:creationId xmlns:a16="http://schemas.microsoft.com/office/drawing/2014/main" id="{778C2594-0B47-615F-A087-F100C7A21139}"/>
              </a:ext>
            </a:extLst>
          </p:cNvPr>
          <p:cNvSpPr/>
          <p:nvPr/>
        </p:nvSpPr>
        <p:spPr>
          <a:xfrm>
            <a:off x="17341783" y="470825"/>
            <a:ext cx="312377" cy="180611"/>
          </a:xfrm>
          <a:custGeom>
            <a:avLst/>
            <a:gdLst/>
            <a:ahLst/>
            <a:cxnLst/>
            <a:rect l="l" t="t" r="r" b="b"/>
            <a:pathLst>
              <a:path w="312377" h="180611">
                <a:moveTo>
                  <a:pt x="0" y="0"/>
                </a:moveTo>
                <a:lnTo>
                  <a:pt x="312377" y="0"/>
                </a:lnTo>
                <a:lnTo>
                  <a:pt x="312377" y="180610"/>
                </a:lnTo>
                <a:lnTo>
                  <a:pt x="0" y="18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B99C864A-19ED-FA1A-56E5-A826BB9E0399}"/>
              </a:ext>
            </a:extLst>
          </p:cNvPr>
          <p:cNvSpPr txBox="1"/>
          <p:nvPr/>
        </p:nvSpPr>
        <p:spPr>
          <a:xfrm>
            <a:off x="6280150" y="481836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OVERVIEW</a:t>
            </a:r>
          </a:p>
        </p:txBody>
      </p:sp>
      <p:sp>
        <p:nvSpPr>
          <p:cNvPr id="48" name="TextBox 26">
            <a:extLst>
              <a:ext uri="{FF2B5EF4-FFF2-40B4-BE49-F238E27FC236}">
                <a16:creationId xmlns:a16="http://schemas.microsoft.com/office/drawing/2014/main" id="{4D5E6E1A-7FED-287A-335C-8567A3908E86}"/>
              </a:ext>
            </a:extLst>
          </p:cNvPr>
          <p:cNvSpPr txBox="1"/>
          <p:nvPr/>
        </p:nvSpPr>
        <p:spPr>
          <a:xfrm>
            <a:off x="7848600" y="482398"/>
            <a:ext cx="1486031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Key features</a:t>
            </a:r>
          </a:p>
        </p:txBody>
      </p:sp>
      <p:sp>
        <p:nvSpPr>
          <p:cNvPr id="49" name="TextBox 26">
            <a:extLst>
              <a:ext uri="{FF2B5EF4-FFF2-40B4-BE49-F238E27FC236}">
                <a16:creationId xmlns:a16="http://schemas.microsoft.com/office/drawing/2014/main" id="{64801DC9-CF5D-7CE5-2BE7-4DADBC8B8565}"/>
              </a:ext>
            </a:extLst>
          </p:cNvPr>
          <p:cNvSpPr txBox="1"/>
          <p:nvPr/>
        </p:nvSpPr>
        <p:spPr>
          <a:xfrm>
            <a:off x="9589687" y="190500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Technical Implementation</a:t>
            </a:r>
          </a:p>
        </p:txBody>
      </p:sp>
      <p:sp>
        <p:nvSpPr>
          <p:cNvPr id="50" name="TextBox 26">
            <a:extLst>
              <a:ext uri="{FF2B5EF4-FFF2-40B4-BE49-F238E27FC236}">
                <a16:creationId xmlns:a16="http://schemas.microsoft.com/office/drawing/2014/main" id="{AB6C31C3-EE63-5AAE-BC94-2DF630897EA0}"/>
              </a:ext>
            </a:extLst>
          </p:cNvPr>
          <p:cNvSpPr txBox="1"/>
          <p:nvPr/>
        </p:nvSpPr>
        <p:spPr>
          <a:xfrm>
            <a:off x="11918950" y="486969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Challenges</a:t>
            </a:r>
            <a:endParaRPr lang="en-US" sz="2400" dirty="0">
              <a:solidFill>
                <a:srgbClr val="FFFFFF"/>
              </a:solidFill>
              <a:latin typeface="Zuume Rough Bold"/>
              <a:sym typeface="Open Sans"/>
            </a:endParaRP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EAA1C95B-7121-793C-385D-01941E14AB94}"/>
              </a:ext>
            </a:extLst>
          </p:cNvPr>
          <p:cNvSpPr txBox="1"/>
          <p:nvPr/>
        </p:nvSpPr>
        <p:spPr>
          <a:xfrm>
            <a:off x="13582025" y="183241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Future Enhancements</a:t>
            </a: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17478F2B-33A3-7381-E198-8E42A3AA4FB1}"/>
              </a:ext>
            </a:extLst>
          </p:cNvPr>
          <p:cNvSpPr txBox="1"/>
          <p:nvPr/>
        </p:nvSpPr>
        <p:spPr>
          <a:xfrm>
            <a:off x="15707448" y="356870"/>
            <a:ext cx="138149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5400"/>
                </a:solidFill>
                <a:latin typeface="Zuume Rough Bold"/>
                <a:sym typeface="Open Sans"/>
              </a:rPr>
              <a:t>Teamwork</a:t>
            </a:r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72D9009C-04BE-D1CD-28ED-006F93AB8862}"/>
              </a:ext>
            </a:extLst>
          </p:cNvPr>
          <p:cNvSpPr txBox="1"/>
          <p:nvPr/>
        </p:nvSpPr>
        <p:spPr>
          <a:xfrm>
            <a:off x="1102843" y="541536"/>
            <a:ext cx="1926211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World of flavors</a:t>
            </a:r>
          </a:p>
        </p:txBody>
      </p:sp>
      <p:pic>
        <p:nvPicPr>
          <p:cNvPr id="54" name="صورة 53">
            <a:extLst>
              <a:ext uri="{FF2B5EF4-FFF2-40B4-BE49-F238E27FC236}">
                <a16:creationId xmlns:a16="http://schemas.microsoft.com/office/drawing/2014/main" id="{CE62A68D-7B82-AF9C-D892-CC376282BDB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9" y="247983"/>
            <a:ext cx="516395" cy="516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70965" y="8097878"/>
            <a:ext cx="434070" cy="1160422"/>
            <a:chOff x="0" y="0"/>
            <a:chExt cx="114323" cy="3056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23" cy="305626"/>
            </a:xfrm>
            <a:custGeom>
              <a:avLst/>
              <a:gdLst/>
              <a:ahLst/>
              <a:cxnLst/>
              <a:rect l="l" t="t" r="r" b="b"/>
              <a:pathLst>
                <a:path w="114323" h="305626">
                  <a:moveTo>
                    <a:pt x="57162" y="0"/>
                  </a:moveTo>
                  <a:lnTo>
                    <a:pt x="57162" y="0"/>
                  </a:lnTo>
                  <a:cubicBezTo>
                    <a:pt x="72322" y="0"/>
                    <a:pt x="86861" y="6022"/>
                    <a:pt x="97581" y="16742"/>
                  </a:cubicBezTo>
                  <a:cubicBezTo>
                    <a:pt x="108301" y="27462"/>
                    <a:pt x="114323" y="42001"/>
                    <a:pt x="114323" y="57162"/>
                  </a:cubicBezTo>
                  <a:lnTo>
                    <a:pt x="114323" y="248464"/>
                  </a:lnTo>
                  <a:cubicBezTo>
                    <a:pt x="114323" y="263624"/>
                    <a:pt x="108301" y="278164"/>
                    <a:pt x="97581" y="288883"/>
                  </a:cubicBezTo>
                  <a:cubicBezTo>
                    <a:pt x="86861" y="299603"/>
                    <a:pt x="72322" y="305626"/>
                    <a:pt x="57162" y="305626"/>
                  </a:cubicBezTo>
                  <a:lnTo>
                    <a:pt x="57162" y="305626"/>
                  </a:lnTo>
                  <a:cubicBezTo>
                    <a:pt x="42001" y="305626"/>
                    <a:pt x="27462" y="299603"/>
                    <a:pt x="16742" y="288883"/>
                  </a:cubicBezTo>
                  <a:cubicBezTo>
                    <a:pt x="6022" y="278164"/>
                    <a:pt x="0" y="263624"/>
                    <a:pt x="0" y="248464"/>
                  </a:cubicBezTo>
                  <a:lnTo>
                    <a:pt x="0" y="57162"/>
                  </a:lnTo>
                  <a:cubicBezTo>
                    <a:pt x="0" y="42001"/>
                    <a:pt x="6022" y="27462"/>
                    <a:pt x="16742" y="16742"/>
                  </a:cubicBezTo>
                  <a:cubicBezTo>
                    <a:pt x="27462" y="6022"/>
                    <a:pt x="42001" y="0"/>
                    <a:pt x="57162" y="0"/>
                  </a:cubicBezTo>
                  <a:close/>
                </a:path>
              </a:pathLst>
            </a:custGeom>
            <a:solidFill>
              <a:srgbClr val="FF54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4323" cy="343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110874" y="1459587"/>
            <a:ext cx="11192867" cy="7204071"/>
            <a:chOff x="0" y="0"/>
            <a:chExt cx="5513070" cy="3548380"/>
          </a:xfrm>
        </p:grpSpPr>
        <p:sp>
          <p:nvSpPr>
            <p:cNvPr id="13" name="Freeform 13"/>
            <p:cNvSpPr/>
            <p:nvPr/>
          </p:nvSpPr>
          <p:spPr>
            <a:xfrm>
              <a:off x="-1297" y="429"/>
              <a:ext cx="5514367" cy="3547951"/>
            </a:xfrm>
            <a:custGeom>
              <a:avLst/>
              <a:gdLst/>
              <a:ahLst/>
              <a:cxnLst/>
              <a:rect l="l" t="t" r="r" b="b"/>
              <a:pathLst>
                <a:path w="5514367" h="3547951">
                  <a:moveTo>
                    <a:pt x="4989857" y="1543891"/>
                  </a:moveTo>
                  <a:cubicBezTo>
                    <a:pt x="5047007" y="1522301"/>
                    <a:pt x="5123207" y="1532461"/>
                    <a:pt x="5187977" y="1510871"/>
                  </a:cubicBezTo>
                  <a:cubicBezTo>
                    <a:pt x="5325137" y="1463881"/>
                    <a:pt x="5434357" y="1388951"/>
                    <a:pt x="5514367" y="1303861"/>
                  </a:cubicBezTo>
                  <a:cubicBezTo>
                    <a:pt x="5497857" y="1216231"/>
                    <a:pt x="5492777" y="1167971"/>
                    <a:pt x="5504207" y="1094311"/>
                  </a:cubicBezTo>
                  <a:cubicBezTo>
                    <a:pt x="5494047" y="1089231"/>
                    <a:pt x="5472457" y="1103201"/>
                    <a:pt x="5471187" y="1082881"/>
                  </a:cubicBezTo>
                  <a:cubicBezTo>
                    <a:pt x="5468647" y="1024461"/>
                    <a:pt x="5440707" y="1002871"/>
                    <a:pt x="5414037" y="953341"/>
                  </a:cubicBezTo>
                  <a:cubicBezTo>
                    <a:pt x="5209567" y="982551"/>
                    <a:pt x="4837457" y="1142571"/>
                    <a:pt x="4616477" y="1128601"/>
                  </a:cubicBezTo>
                  <a:cubicBezTo>
                    <a:pt x="4752367" y="1032081"/>
                    <a:pt x="4850157" y="924131"/>
                    <a:pt x="4852697" y="781891"/>
                  </a:cubicBezTo>
                  <a:cubicBezTo>
                    <a:pt x="4841267" y="770461"/>
                    <a:pt x="4776497" y="762841"/>
                    <a:pt x="4761257" y="767921"/>
                  </a:cubicBezTo>
                  <a:cubicBezTo>
                    <a:pt x="4709187" y="757761"/>
                    <a:pt x="4655847" y="710771"/>
                    <a:pt x="4632987" y="681561"/>
                  </a:cubicBezTo>
                  <a:cubicBezTo>
                    <a:pt x="4611397" y="695531"/>
                    <a:pt x="4607587" y="680291"/>
                    <a:pt x="4588537" y="690451"/>
                  </a:cubicBezTo>
                  <a:cubicBezTo>
                    <a:pt x="4507257" y="628221"/>
                    <a:pt x="4335807" y="722201"/>
                    <a:pt x="4253257" y="663781"/>
                  </a:cubicBezTo>
                  <a:cubicBezTo>
                    <a:pt x="4291357" y="563451"/>
                    <a:pt x="4213887" y="540591"/>
                    <a:pt x="4161817" y="492331"/>
                  </a:cubicBezTo>
                  <a:cubicBezTo>
                    <a:pt x="4180867" y="413591"/>
                    <a:pt x="4133877" y="371681"/>
                    <a:pt x="4090697" y="298021"/>
                  </a:cubicBezTo>
                  <a:cubicBezTo>
                    <a:pt x="4037357" y="323421"/>
                    <a:pt x="4041167" y="284051"/>
                    <a:pt x="4047517" y="258651"/>
                  </a:cubicBezTo>
                  <a:cubicBezTo>
                    <a:pt x="4008147" y="270081"/>
                    <a:pt x="3984017" y="254841"/>
                    <a:pt x="3962427" y="234521"/>
                  </a:cubicBezTo>
                  <a:cubicBezTo>
                    <a:pt x="3886227" y="263731"/>
                    <a:pt x="3816377" y="265001"/>
                    <a:pt x="3755417" y="271351"/>
                  </a:cubicBezTo>
                  <a:cubicBezTo>
                    <a:pt x="3444267" y="304371"/>
                    <a:pt x="3058187" y="388191"/>
                    <a:pt x="2778787" y="402161"/>
                  </a:cubicBezTo>
                  <a:cubicBezTo>
                    <a:pt x="3035327" y="292941"/>
                    <a:pt x="3332507" y="223091"/>
                    <a:pt x="3521737" y="129111"/>
                  </a:cubicBezTo>
                  <a:cubicBezTo>
                    <a:pt x="3528087" y="75771"/>
                    <a:pt x="3526817" y="51641"/>
                    <a:pt x="3523007" y="2111"/>
                  </a:cubicBezTo>
                  <a:cubicBezTo>
                    <a:pt x="3318537" y="-15669"/>
                    <a:pt x="3004847" y="82121"/>
                    <a:pt x="2714017" y="173561"/>
                  </a:cubicBezTo>
                  <a:cubicBezTo>
                    <a:pt x="2039647" y="385651"/>
                    <a:pt x="1226847" y="626951"/>
                    <a:pt x="844577" y="1002871"/>
                  </a:cubicBezTo>
                  <a:cubicBezTo>
                    <a:pt x="854737" y="1058751"/>
                    <a:pt x="838227" y="1131141"/>
                    <a:pt x="880137" y="1179401"/>
                  </a:cubicBezTo>
                  <a:cubicBezTo>
                    <a:pt x="740437" y="1255601"/>
                    <a:pt x="580417" y="1324181"/>
                    <a:pt x="444527" y="1402921"/>
                  </a:cubicBezTo>
                  <a:cubicBezTo>
                    <a:pt x="449607" y="1468961"/>
                    <a:pt x="483897" y="1537541"/>
                    <a:pt x="497867" y="1548971"/>
                  </a:cubicBezTo>
                  <a:cubicBezTo>
                    <a:pt x="453417" y="1573101"/>
                    <a:pt x="521997" y="1555321"/>
                    <a:pt x="519457" y="1580721"/>
                  </a:cubicBezTo>
                  <a:cubicBezTo>
                    <a:pt x="500407" y="1589611"/>
                    <a:pt x="513107" y="1611201"/>
                    <a:pt x="485167" y="1617551"/>
                  </a:cubicBezTo>
                  <a:cubicBezTo>
                    <a:pt x="382297" y="1601041"/>
                    <a:pt x="267997" y="1681051"/>
                    <a:pt x="162587" y="1705181"/>
                  </a:cubicBezTo>
                  <a:cubicBezTo>
                    <a:pt x="158777" y="1721691"/>
                    <a:pt x="196877" y="1719151"/>
                    <a:pt x="172747" y="1733121"/>
                  </a:cubicBezTo>
                  <a:cubicBezTo>
                    <a:pt x="102897" y="1749631"/>
                    <a:pt x="95277" y="1786461"/>
                    <a:pt x="25427" y="1802971"/>
                  </a:cubicBezTo>
                  <a:cubicBezTo>
                    <a:pt x="22887" y="1818211"/>
                    <a:pt x="20347" y="1833451"/>
                    <a:pt x="24157" y="1851231"/>
                  </a:cubicBezTo>
                  <a:cubicBezTo>
                    <a:pt x="34317" y="1863931"/>
                    <a:pt x="95277" y="1848691"/>
                    <a:pt x="78767" y="1870281"/>
                  </a:cubicBezTo>
                  <a:cubicBezTo>
                    <a:pt x="41937" y="1882981"/>
                    <a:pt x="-1243" y="1879171"/>
                    <a:pt x="27" y="1914731"/>
                  </a:cubicBezTo>
                  <a:cubicBezTo>
                    <a:pt x="20347" y="1937591"/>
                    <a:pt x="62257" y="1922351"/>
                    <a:pt x="73687" y="1959181"/>
                  </a:cubicBezTo>
                  <a:cubicBezTo>
                    <a:pt x="64797" y="1976961"/>
                    <a:pt x="36857" y="1987121"/>
                    <a:pt x="44477" y="2009981"/>
                  </a:cubicBezTo>
                  <a:cubicBezTo>
                    <a:pt x="104167" y="2008711"/>
                    <a:pt x="157507" y="2020141"/>
                    <a:pt x="219737" y="2016331"/>
                  </a:cubicBezTo>
                  <a:cubicBezTo>
                    <a:pt x="200687" y="2026491"/>
                    <a:pt x="234977" y="2049351"/>
                    <a:pt x="285777" y="2039191"/>
                  </a:cubicBezTo>
                  <a:cubicBezTo>
                    <a:pt x="283237" y="2056971"/>
                    <a:pt x="238787" y="2059511"/>
                    <a:pt x="242597" y="2078561"/>
                  </a:cubicBezTo>
                  <a:cubicBezTo>
                    <a:pt x="316257" y="2064591"/>
                    <a:pt x="336577" y="2036651"/>
                    <a:pt x="405157" y="2026491"/>
                  </a:cubicBezTo>
                  <a:cubicBezTo>
                    <a:pt x="359437" y="2063321"/>
                    <a:pt x="301017" y="2120471"/>
                    <a:pt x="243867" y="2133171"/>
                  </a:cubicBezTo>
                  <a:cubicBezTo>
                    <a:pt x="227357" y="2156031"/>
                    <a:pt x="233707" y="2186511"/>
                    <a:pt x="224817" y="2210641"/>
                  </a:cubicBezTo>
                  <a:cubicBezTo>
                    <a:pt x="209577" y="2205561"/>
                    <a:pt x="210847" y="2285571"/>
                    <a:pt x="250217" y="2304621"/>
                  </a:cubicBezTo>
                  <a:cubicBezTo>
                    <a:pt x="299747" y="2291921"/>
                    <a:pt x="411507" y="2298271"/>
                    <a:pt x="483897" y="2313511"/>
                  </a:cubicBezTo>
                  <a:cubicBezTo>
                    <a:pt x="478817" y="2327481"/>
                    <a:pt x="462307" y="2337641"/>
                    <a:pt x="471197" y="2357961"/>
                  </a:cubicBezTo>
                  <a:cubicBezTo>
                    <a:pt x="495327" y="2366851"/>
                    <a:pt x="553747" y="2316051"/>
                    <a:pt x="577877" y="2335101"/>
                  </a:cubicBezTo>
                  <a:cubicBezTo>
                    <a:pt x="613437" y="2347801"/>
                    <a:pt x="549937" y="2360501"/>
                    <a:pt x="567717" y="2385901"/>
                  </a:cubicBezTo>
                  <a:cubicBezTo>
                    <a:pt x="803937" y="2267791"/>
                    <a:pt x="993167" y="2246201"/>
                    <a:pt x="1233197" y="2189051"/>
                  </a:cubicBezTo>
                  <a:cubicBezTo>
                    <a:pt x="965227" y="2305891"/>
                    <a:pt x="603277" y="2620851"/>
                    <a:pt x="596927" y="2723721"/>
                  </a:cubicBezTo>
                  <a:cubicBezTo>
                    <a:pt x="629947" y="2723721"/>
                    <a:pt x="657887" y="2731341"/>
                    <a:pt x="688367" y="2737691"/>
                  </a:cubicBezTo>
                  <a:cubicBezTo>
                    <a:pt x="678207" y="2764361"/>
                    <a:pt x="662967" y="2789761"/>
                    <a:pt x="660427" y="2818971"/>
                  </a:cubicBezTo>
                  <a:cubicBezTo>
                    <a:pt x="676937" y="2789761"/>
                    <a:pt x="735357" y="2775791"/>
                    <a:pt x="740437" y="2829131"/>
                  </a:cubicBezTo>
                  <a:cubicBezTo>
                    <a:pt x="699797" y="2832941"/>
                    <a:pt x="699797" y="2845641"/>
                    <a:pt x="699797" y="2876121"/>
                  </a:cubicBezTo>
                  <a:cubicBezTo>
                    <a:pt x="741707" y="2881201"/>
                    <a:pt x="806477" y="2844371"/>
                    <a:pt x="826797" y="2883741"/>
                  </a:cubicBezTo>
                  <a:cubicBezTo>
                    <a:pt x="800127" y="2900251"/>
                    <a:pt x="789967" y="2885011"/>
                    <a:pt x="764567" y="2898981"/>
                  </a:cubicBezTo>
                  <a:cubicBezTo>
                    <a:pt x="765837" y="2924381"/>
                    <a:pt x="791237" y="2905331"/>
                    <a:pt x="800127" y="2918031"/>
                  </a:cubicBezTo>
                  <a:cubicBezTo>
                    <a:pt x="726467" y="2948511"/>
                    <a:pt x="730277" y="2959941"/>
                    <a:pt x="706147" y="3000581"/>
                  </a:cubicBezTo>
                  <a:cubicBezTo>
                    <a:pt x="685827" y="2967561"/>
                    <a:pt x="632487" y="3179651"/>
                    <a:pt x="675667" y="3177111"/>
                  </a:cubicBezTo>
                  <a:cubicBezTo>
                    <a:pt x="640107" y="3213941"/>
                    <a:pt x="708687" y="3192351"/>
                    <a:pt x="725197" y="3206321"/>
                  </a:cubicBezTo>
                  <a:cubicBezTo>
                    <a:pt x="709957" y="3232991"/>
                    <a:pt x="744247" y="3240611"/>
                    <a:pt x="748057" y="3268551"/>
                  </a:cubicBezTo>
                  <a:cubicBezTo>
                    <a:pt x="767107" y="3273631"/>
                    <a:pt x="803937" y="3246961"/>
                    <a:pt x="802667" y="3287601"/>
                  </a:cubicBezTo>
                  <a:cubicBezTo>
                    <a:pt x="765837" y="3291411"/>
                    <a:pt x="777267" y="3281251"/>
                    <a:pt x="751867" y="3306651"/>
                  </a:cubicBezTo>
                  <a:cubicBezTo>
                    <a:pt x="742977" y="3297761"/>
                    <a:pt x="723927" y="3288871"/>
                    <a:pt x="704877" y="3307921"/>
                  </a:cubicBezTo>
                  <a:cubicBezTo>
                    <a:pt x="718847" y="3334591"/>
                    <a:pt x="713767" y="3354911"/>
                    <a:pt x="711227" y="3376501"/>
                  </a:cubicBezTo>
                  <a:cubicBezTo>
                    <a:pt x="778537" y="3365071"/>
                    <a:pt x="731547" y="3387931"/>
                    <a:pt x="793777" y="3393011"/>
                  </a:cubicBezTo>
                  <a:cubicBezTo>
                    <a:pt x="812827" y="3415871"/>
                    <a:pt x="784887" y="3422221"/>
                    <a:pt x="781077" y="3437461"/>
                  </a:cubicBezTo>
                  <a:cubicBezTo>
                    <a:pt x="902997" y="3441271"/>
                    <a:pt x="966497" y="3492071"/>
                    <a:pt x="1070637" y="3516201"/>
                  </a:cubicBezTo>
                  <a:cubicBezTo>
                    <a:pt x="1070637" y="3539061"/>
                    <a:pt x="1089687" y="3530171"/>
                    <a:pt x="1092227" y="3547951"/>
                  </a:cubicBezTo>
                  <a:cubicBezTo>
                    <a:pt x="1290347" y="3525091"/>
                    <a:pt x="1421157" y="3546681"/>
                    <a:pt x="1649757" y="3476831"/>
                  </a:cubicBezTo>
                  <a:cubicBezTo>
                    <a:pt x="1621817" y="3451431"/>
                    <a:pt x="1543077" y="3471751"/>
                    <a:pt x="1527837" y="3459051"/>
                  </a:cubicBezTo>
                  <a:cubicBezTo>
                    <a:pt x="1682777" y="3394281"/>
                    <a:pt x="1872007" y="3371421"/>
                    <a:pt x="2057427" y="3334591"/>
                  </a:cubicBezTo>
                  <a:cubicBezTo>
                    <a:pt x="2235227" y="3300301"/>
                    <a:pt x="2410487" y="3311731"/>
                    <a:pt x="2585747" y="3234261"/>
                  </a:cubicBezTo>
                  <a:cubicBezTo>
                    <a:pt x="2627657" y="3250771"/>
                    <a:pt x="2660677" y="3219021"/>
                    <a:pt x="2700047" y="3207591"/>
                  </a:cubicBezTo>
                  <a:cubicBezTo>
                    <a:pt x="2905787" y="3145361"/>
                    <a:pt x="3167407" y="3095831"/>
                    <a:pt x="3370607" y="3079321"/>
                  </a:cubicBezTo>
                  <a:cubicBezTo>
                    <a:pt x="3406167" y="3076781"/>
                    <a:pt x="3446807" y="3056461"/>
                    <a:pt x="3463317" y="3045031"/>
                  </a:cubicBezTo>
                  <a:cubicBezTo>
                    <a:pt x="3529357" y="3055191"/>
                    <a:pt x="3643657" y="3012011"/>
                    <a:pt x="3703347" y="2995501"/>
                  </a:cubicBezTo>
                  <a:cubicBezTo>
                    <a:pt x="3700807" y="2984071"/>
                    <a:pt x="3690647" y="2971371"/>
                    <a:pt x="3702077" y="2965021"/>
                  </a:cubicBezTo>
                  <a:cubicBezTo>
                    <a:pt x="3784627" y="2945971"/>
                    <a:pt x="3901467" y="2925651"/>
                    <a:pt x="3977667" y="2879931"/>
                  </a:cubicBezTo>
                  <a:cubicBezTo>
                    <a:pt x="3967507" y="2874851"/>
                    <a:pt x="3945917" y="2888821"/>
                    <a:pt x="3944647" y="2868501"/>
                  </a:cubicBezTo>
                  <a:cubicBezTo>
                    <a:pt x="4017037" y="2850721"/>
                    <a:pt x="4105937" y="2843101"/>
                    <a:pt x="4174517" y="2815161"/>
                  </a:cubicBezTo>
                  <a:cubicBezTo>
                    <a:pt x="4160547" y="2812621"/>
                    <a:pt x="4145307" y="2812621"/>
                    <a:pt x="4132607" y="2806271"/>
                  </a:cubicBezTo>
                  <a:cubicBezTo>
                    <a:pt x="4217697" y="2741501"/>
                    <a:pt x="4253257" y="2709751"/>
                    <a:pt x="4370097" y="2695781"/>
                  </a:cubicBezTo>
                  <a:cubicBezTo>
                    <a:pt x="4361207" y="2657681"/>
                    <a:pt x="4387877" y="2633551"/>
                    <a:pt x="4447567" y="2619581"/>
                  </a:cubicBezTo>
                  <a:cubicBezTo>
                    <a:pt x="4464077" y="2596721"/>
                    <a:pt x="4413277" y="2605611"/>
                    <a:pt x="4432327" y="2577671"/>
                  </a:cubicBezTo>
                  <a:cubicBezTo>
                    <a:pt x="4644417" y="2549731"/>
                    <a:pt x="4702837" y="2359231"/>
                    <a:pt x="4800627" y="2252551"/>
                  </a:cubicBezTo>
                  <a:cubicBezTo>
                    <a:pt x="4804437" y="2248741"/>
                    <a:pt x="4820947" y="2238581"/>
                    <a:pt x="4823487" y="2236041"/>
                  </a:cubicBezTo>
                  <a:cubicBezTo>
                    <a:pt x="4958107" y="2154761"/>
                    <a:pt x="5124477" y="2143331"/>
                    <a:pt x="5227347" y="2031571"/>
                  </a:cubicBezTo>
                  <a:cubicBezTo>
                    <a:pt x="5266717" y="1946481"/>
                    <a:pt x="5370857" y="1838531"/>
                    <a:pt x="5255287" y="1768681"/>
                  </a:cubicBezTo>
                  <a:cubicBezTo>
                    <a:pt x="5267987" y="1750901"/>
                    <a:pt x="5261637" y="1726771"/>
                    <a:pt x="5248937" y="1700101"/>
                  </a:cubicBezTo>
                  <a:cubicBezTo>
                    <a:pt x="5196867" y="1714071"/>
                    <a:pt x="4956837" y="1667081"/>
                    <a:pt x="4903497" y="1645491"/>
                  </a:cubicBezTo>
                  <a:cubicBezTo>
                    <a:pt x="4914927" y="1618821"/>
                    <a:pt x="4890797" y="1592151"/>
                    <a:pt x="4897147" y="1576911"/>
                  </a:cubicBezTo>
                  <a:cubicBezTo>
                    <a:pt x="4946677" y="1574371"/>
                    <a:pt x="4960647" y="1555321"/>
                    <a:pt x="4989857" y="1543891"/>
                  </a:cubicBezTo>
                  <a:close/>
                </a:path>
              </a:pathLst>
            </a:custGeom>
            <a:solidFill>
              <a:srgbClr val="FF54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-1110874" y="1623342"/>
            <a:ext cx="11192867" cy="7204071"/>
            <a:chOff x="0" y="0"/>
            <a:chExt cx="5513070" cy="3548380"/>
          </a:xfrm>
        </p:grpSpPr>
        <p:sp>
          <p:nvSpPr>
            <p:cNvPr id="15" name="Freeform 15"/>
            <p:cNvSpPr/>
            <p:nvPr/>
          </p:nvSpPr>
          <p:spPr>
            <a:xfrm>
              <a:off x="-1297" y="429"/>
              <a:ext cx="5514367" cy="3547951"/>
            </a:xfrm>
            <a:custGeom>
              <a:avLst/>
              <a:gdLst/>
              <a:ahLst/>
              <a:cxnLst/>
              <a:rect l="l" t="t" r="r" b="b"/>
              <a:pathLst>
                <a:path w="5514367" h="3547951">
                  <a:moveTo>
                    <a:pt x="4989857" y="1543891"/>
                  </a:moveTo>
                  <a:cubicBezTo>
                    <a:pt x="5047007" y="1522301"/>
                    <a:pt x="5123207" y="1532461"/>
                    <a:pt x="5187977" y="1510871"/>
                  </a:cubicBezTo>
                  <a:cubicBezTo>
                    <a:pt x="5325137" y="1463881"/>
                    <a:pt x="5434357" y="1388951"/>
                    <a:pt x="5514367" y="1303861"/>
                  </a:cubicBezTo>
                  <a:cubicBezTo>
                    <a:pt x="5497857" y="1216231"/>
                    <a:pt x="5492777" y="1167971"/>
                    <a:pt x="5504207" y="1094311"/>
                  </a:cubicBezTo>
                  <a:cubicBezTo>
                    <a:pt x="5494047" y="1089231"/>
                    <a:pt x="5472457" y="1103201"/>
                    <a:pt x="5471187" y="1082881"/>
                  </a:cubicBezTo>
                  <a:cubicBezTo>
                    <a:pt x="5468647" y="1024461"/>
                    <a:pt x="5440707" y="1002871"/>
                    <a:pt x="5414037" y="953341"/>
                  </a:cubicBezTo>
                  <a:cubicBezTo>
                    <a:pt x="5209567" y="982551"/>
                    <a:pt x="4837457" y="1142571"/>
                    <a:pt x="4616477" y="1128601"/>
                  </a:cubicBezTo>
                  <a:cubicBezTo>
                    <a:pt x="4752367" y="1032081"/>
                    <a:pt x="4850157" y="924131"/>
                    <a:pt x="4852697" y="781891"/>
                  </a:cubicBezTo>
                  <a:cubicBezTo>
                    <a:pt x="4841267" y="770461"/>
                    <a:pt x="4776497" y="762841"/>
                    <a:pt x="4761257" y="767921"/>
                  </a:cubicBezTo>
                  <a:cubicBezTo>
                    <a:pt x="4709187" y="757761"/>
                    <a:pt x="4655847" y="710771"/>
                    <a:pt x="4632987" y="681561"/>
                  </a:cubicBezTo>
                  <a:cubicBezTo>
                    <a:pt x="4611397" y="695531"/>
                    <a:pt x="4607587" y="680291"/>
                    <a:pt x="4588537" y="690451"/>
                  </a:cubicBezTo>
                  <a:cubicBezTo>
                    <a:pt x="4507257" y="628221"/>
                    <a:pt x="4335807" y="722201"/>
                    <a:pt x="4253257" y="663781"/>
                  </a:cubicBezTo>
                  <a:cubicBezTo>
                    <a:pt x="4291357" y="563451"/>
                    <a:pt x="4213887" y="540591"/>
                    <a:pt x="4161817" y="492331"/>
                  </a:cubicBezTo>
                  <a:cubicBezTo>
                    <a:pt x="4180867" y="413591"/>
                    <a:pt x="4133877" y="371681"/>
                    <a:pt x="4090697" y="298021"/>
                  </a:cubicBezTo>
                  <a:cubicBezTo>
                    <a:pt x="4037357" y="323421"/>
                    <a:pt x="4041167" y="284051"/>
                    <a:pt x="4047517" y="258651"/>
                  </a:cubicBezTo>
                  <a:cubicBezTo>
                    <a:pt x="4008147" y="270081"/>
                    <a:pt x="3984017" y="254841"/>
                    <a:pt x="3962427" y="234521"/>
                  </a:cubicBezTo>
                  <a:cubicBezTo>
                    <a:pt x="3886227" y="263731"/>
                    <a:pt x="3816377" y="265001"/>
                    <a:pt x="3755417" y="271351"/>
                  </a:cubicBezTo>
                  <a:cubicBezTo>
                    <a:pt x="3444267" y="304371"/>
                    <a:pt x="3058187" y="388191"/>
                    <a:pt x="2778787" y="402161"/>
                  </a:cubicBezTo>
                  <a:cubicBezTo>
                    <a:pt x="3035327" y="292941"/>
                    <a:pt x="3332507" y="223091"/>
                    <a:pt x="3521737" y="129111"/>
                  </a:cubicBezTo>
                  <a:cubicBezTo>
                    <a:pt x="3528087" y="75771"/>
                    <a:pt x="3526817" y="51641"/>
                    <a:pt x="3523007" y="2111"/>
                  </a:cubicBezTo>
                  <a:cubicBezTo>
                    <a:pt x="3318537" y="-15669"/>
                    <a:pt x="3004847" y="82121"/>
                    <a:pt x="2714017" y="173561"/>
                  </a:cubicBezTo>
                  <a:cubicBezTo>
                    <a:pt x="2039647" y="385651"/>
                    <a:pt x="1226847" y="626951"/>
                    <a:pt x="844577" y="1002871"/>
                  </a:cubicBezTo>
                  <a:cubicBezTo>
                    <a:pt x="854737" y="1058751"/>
                    <a:pt x="838227" y="1131141"/>
                    <a:pt x="880137" y="1179401"/>
                  </a:cubicBezTo>
                  <a:cubicBezTo>
                    <a:pt x="740437" y="1255601"/>
                    <a:pt x="580417" y="1324181"/>
                    <a:pt x="444527" y="1402921"/>
                  </a:cubicBezTo>
                  <a:cubicBezTo>
                    <a:pt x="449607" y="1468961"/>
                    <a:pt x="483897" y="1537541"/>
                    <a:pt x="497867" y="1548971"/>
                  </a:cubicBezTo>
                  <a:cubicBezTo>
                    <a:pt x="453417" y="1573101"/>
                    <a:pt x="521997" y="1555321"/>
                    <a:pt x="519457" y="1580721"/>
                  </a:cubicBezTo>
                  <a:cubicBezTo>
                    <a:pt x="500407" y="1589611"/>
                    <a:pt x="513107" y="1611201"/>
                    <a:pt x="485167" y="1617551"/>
                  </a:cubicBezTo>
                  <a:cubicBezTo>
                    <a:pt x="382297" y="1601041"/>
                    <a:pt x="267997" y="1681051"/>
                    <a:pt x="162587" y="1705181"/>
                  </a:cubicBezTo>
                  <a:cubicBezTo>
                    <a:pt x="158777" y="1721691"/>
                    <a:pt x="196877" y="1719151"/>
                    <a:pt x="172747" y="1733121"/>
                  </a:cubicBezTo>
                  <a:cubicBezTo>
                    <a:pt x="102897" y="1749631"/>
                    <a:pt x="95277" y="1786461"/>
                    <a:pt x="25427" y="1802971"/>
                  </a:cubicBezTo>
                  <a:cubicBezTo>
                    <a:pt x="22887" y="1818211"/>
                    <a:pt x="20347" y="1833451"/>
                    <a:pt x="24157" y="1851231"/>
                  </a:cubicBezTo>
                  <a:cubicBezTo>
                    <a:pt x="34317" y="1863931"/>
                    <a:pt x="95277" y="1848691"/>
                    <a:pt x="78767" y="1870281"/>
                  </a:cubicBezTo>
                  <a:cubicBezTo>
                    <a:pt x="41937" y="1882981"/>
                    <a:pt x="-1243" y="1879171"/>
                    <a:pt x="27" y="1914731"/>
                  </a:cubicBezTo>
                  <a:cubicBezTo>
                    <a:pt x="20347" y="1937591"/>
                    <a:pt x="62257" y="1922351"/>
                    <a:pt x="73687" y="1959181"/>
                  </a:cubicBezTo>
                  <a:cubicBezTo>
                    <a:pt x="64797" y="1976961"/>
                    <a:pt x="36857" y="1987121"/>
                    <a:pt x="44477" y="2009981"/>
                  </a:cubicBezTo>
                  <a:cubicBezTo>
                    <a:pt x="104167" y="2008711"/>
                    <a:pt x="157507" y="2020141"/>
                    <a:pt x="219737" y="2016331"/>
                  </a:cubicBezTo>
                  <a:cubicBezTo>
                    <a:pt x="200687" y="2026491"/>
                    <a:pt x="234977" y="2049351"/>
                    <a:pt x="285777" y="2039191"/>
                  </a:cubicBezTo>
                  <a:cubicBezTo>
                    <a:pt x="283237" y="2056971"/>
                    <a:pt x="238787" y="2059511"/>
                    <a:pt x="242597" y="2078561"/>
                  </a:cubicBezTo>
                  <a:cubicBezTo>
                    <a:pt x="316257" y="2064591"/>
                    <a:pt x="336577" y="2036651"/>
                    <a:pt x="405157" y="2026491"/>
                  </a:cubicBezTo>
                  <a:cubicBezTo>
                    <a:pt x="359437" y="2063321"/>
                    <a:pt x="301017" y="2120471"/>
                    <a:pt x="243867" y="2133171"/>
                  </a:cubicBezTo>
                  <a:cubicBezTo>
                    <a:pt x="227357" y="2156031"/>
                    <a:pt x="233707" y="2186511"/>
                    <a:pt x="224817" y="2210641"/>
                  </a:cubicBezTo>
                  <a:cubicBezTo>
                    <a:pt x="209577" y="2205561"/>
                    <a:pt x="210847" y="2285571"/>
                    <a:pt x="250217" y="2304621"/>
                  </a:cubicBezTo>
                  <a:cubicBezTo>
                    <a:pt x="299747" y="2291921"/>
                    <a:pt x="411507" y="2298271"/>
                    <a:pt x="483897" y="2313511"/>
                  </a:cubicBezTo>
                  <a:cubicBezTo>
                    <a:pt x="478817" y="2327481"/>
                    <a:pt x="462307" y="2337641"/>
                    <a:pt x="471197" y="2357961"/>
                  </a:cubicBezTo>
                  <a:cubicBezTo>
                    <a:pt x="495327" y="2366851"/>
                    <a:pt x="553747" y="2316051"/>
                    <a:pt x="577877" y="2335101"/>
                  </a:cubicBezTo>
                  <a:cubicBezTo>
                    <a:pt x="613437" y="2347801"/>
                    <a:pt x="549937" y="2360501"/>
                    <a:pt x="567717" y="2385901"/>
                  </a:cubicBezTo>
                  <a:cubicBezTo>
                    <a:pt x="803937" y="2267791"/>
                    <a:pt x="993167" y="2246201"/>
                    <a:pt x="1233197" y="2189051"/>
                  </a:cubicBezTo>
                  <a:cubicBezTo>
                    <a:pt x="965227" y="2305891"/>
                    <a:pt x="603277" y="2620851"/>
                    <a:pt x="596927" y="2723721"/>
                  </a:cubicBezTo>
                  <a:cubicBezTo>
                    <a:pt x="629947" y="2723721"/>
                    <a:pt x="657887" y="2731341"/>
                    <a:pt x="688367" y="2737691"/>
                  </a:cubicBezTo>
                  <a:cubicBezTo>
                    <a:pt x="678207" y="2764361"/>
                    <a:pt x="662967" y="2789761"/>
                    <a:pt x="660427" y="2818971"/>
                  </a:cubicBezTo>
                  <a:cubicBezTo>
                    <a:pt x="676937" y="2789761"/>
                    <a:pt x="735357" y="2775791"/>
                    <a:pt x="740437" y="2829131"/>
                  </a:cubicBezTo>
                  <a:cubicBezTo>
                    <a:pt x="699797" y="2832941"/>
                    <a:pt x="699797" y="2845641"/>
                    <a:pt x="699797" y="2876121"/>
                  </a:cubicBezTo>
                  <a:cubicBezTo>
                    <a:pt x="741707" y="2881201"/>
                    <a:pt x="806477" y="2844371"/>
                    <a:pt x="826797" y="2883741"/>
                  </a:cubicBezTo>
                  <a:cubicBezTo>
                    <a:pt x="800127" y="2900251"/>
                    <a:pt x="789967" y="2885011"/>
                    <a:pt x="764567" y="2898981"/>
                  </a:cubicBezTo>
                  <a:cubicBezTo>
                    <a:pt x="765837" y="2924381"/>
                    <a:pt x="791237" y="2905331"/>
                    <a:pt x="800127" y="2918031"/>
                  </a:cubicBezTo>
                  <a:cubicBezTo>
                    <a:pt x="726467" y="2948511"/>
                    <a:pt x="730277" y="2959941"/>
                    <a:pt x="706147" y="3000581"/>
                  </a:cubicBezTo>
                  <a:cubicBezTo>
                    <a:pt x="685827" y="2967561"/>
                    <a:pt x="632487" y="3179651"/>
                    <a:pt x="675667" y="3177111"/>
                  </a:cubicBezTo>
                  <a:cubicBezTo>
                    <a:pt x="640107" y="3213941"/>
                    <a:pt x="708687" y="3192351"/>
                    <a:pt x="725197" y="3206321"/>
                  </a:cubicBezTo>
                  <a:cubicBezTo>
                    <a:pt x="709957" y="3232991"/>
                    <a:pt x="744247" y="3240611"/>
                    <a:pt x="748057" y="3268551"/>
                  </a:cubicBezTo>
                  <a:cubicBezTo>
                    <a:pt x="767107" y="3273631"/>
                    <a:pt x="803937" y="3246961"/>
                    <a:pt x="802667" y="3287601"/>
                  </a:cubicBezTo>
                  <a:cubicBezTo>
                    <a:pt x="765837" y="3291411"/>
                    <a:pt x="777267" y="3281251"/>
                    <a:pt x="751867" y="3306651"/>
                  </a:cubicBezTo>
                  <a:cubicBezTo>
                    <a:pt x="742977" y="3297761"/>
                    <a:pt x="723927" y="3288871"/>
                    <a:pt x="704877" y="3307921"/>
                  </a:cubicBezTo>
                  <a:cubicBezTo>
                    <a:pt x="718847" y="3334591"/>
                    <a:pt x="713767" y="3354911"/>
                    <a:pt x="711227" y="3376501"/>
                  </a:cubicBezTo>
                  <a:cubicBezTo>
                    <a:pt x="778537" y="3365071"/>
                    <a:pt x="731547" y="3387931"/>
                    <a:pt x="793777" y="3393011"/>
                  </a:cubicBezTo>
                  <a:cubicBezTo>
                    <a:pt x="812827" y="3415871"/>
                    <a:pt x="784887" y="3422221"/>
                    <a:pt x="781077" y="3437461"/>
                  </a:cubicBezTo>
                  <a:cubicBezTo>
                    <a:pt x="902997" y="3441271"/>
                    <a:pt x="966497" y="3492071"/>
                    <a:pt x="1070637" y="3516201"/>
                  </a:cubicBezTo>
                  <a:cubicBezTo>
                    <a:pt x="1070637" y="3539061"/>
                    <a:pt x="1089687" y="3530171"/>
                    <a:pt x="1092227" y="3547951"/>
                  </a:cubicBezTo>
                  <a:cubicBezTo>
                    <a:pt x="1290347" y="3525091"/>
                    <a:pt x="1421157" y="3546681"/>
                    <a:pt x="1649757" y="3476831"/>
                  </a:cubicBezTo>
                  <a:cubicBezTo>
                    <a:pt x="1621817" y="3451431"/>
                    <a:pt x="1543077" y="3471751"/>
                    <a:pt x="1527837" y="3459051"/>
                  </a:cubicBezTo>
                  <a:cubicBezTo>
                    <a:pt x="1682777" y="3394281"/>
                    <a:pt x="1872007" y="3371421"/>
                    <a:pt x="2057427" y="3334591"/>
                  </a:cubicBezTo>
                  <a:cubicBezTo>
                    <a:pt x="2235227" y="3300301"/>
                    <a:pt x="2410487" y="3311731"/>
                    <a:pt x="2585747" y="3234261"/>
                  </a:cubicBezTo>
                  <a:cubicBezTo>
                    <a:pt x="2627657" y="3250771"/>
                    <a:pt x="2660677" y="3219021"/>
                    <a:pt x="2700047" y="3207591"/>
                  </a:cubicBezTo>
                  <a:cubicBezTo>
                    <a:pt x="2905787" y="3145361"/>
                    <a:pt x="3167407" y="3095831"/>
                    <a:pt x="3370607" y="3079321"/>
                  </a:cubicBezTo>
                  <a:cubicBezTo>
                    <a:pt x="3406167" y="3076781"/>
                    <a:pt x="3446807" y="3056461"/>
                    <a:pt x="3463317" y="3045031"/>
                  </a:cubicBezTo>
                  <a:cubicBezTo>
                    <a:pt x="3529357" y="3055191"/>
                    <a:pt x="3643657" y="3012011"/>
                    <a:pt x="3703347" y="2995501"/>
                  </a:cubicBezTo>
                  <a:cubicBezTo>
                    <a:pt x="3700807" y="2984071"/>
                    <a:pt x="3690647" y="2971371"/>
                    <a:pt x="3702077" y="2965021"/>
                  </a:cubicBezTo>
                  <a:cubicBezTo>
                    <a:pt x="3784627" y="2945971"/>
                    <a:pt x="3901467" y="2925651"/>
                    <a:pt x="3977667" y="2879931"/>
                  </a:cubicBezTo>
                  <a:cubicBezTo>
                    <a:pt x="3967507" y="2874851"/>
                    <a:pt x="3945917" y="2888821"/>
                    <a:pt x="3944647" y="2868501"/>
                  </a:cubicBezTo>
                  <a:cubicBezTo>
                    <a:pt x="4017037" y="2850721"/>
                    <a:pt x="4105937" y="2843101"/>
                    <a:pt x="4174517" y="2815161"/>
                  </a:cubicBezTo>
                  <a:cubicBezTo>
                    <a:pt x="4160547" y="2812621"/>
                    <a:pt x="4145307" y="2812621"/>
                    <a:pt x="4132607" y="2806271"/>
                  </a:cubicBezTo>
                  <a:cubicBezTo>
                    <a:pt x="4217697" y="2741501"/>
                    <a:pt x="4253257" y="2709751"/>
                    <a:pt x="4370097" y="2695781"/>
                  </a:cubicBezTo>
                  <a:cubicBezTo>
                    <a:pt x="4361207" y="2657681"/>
                    <a:pt x="4387877" y="2633551"/>
                    <a:pt x="4447567" y="2619581"/>
                  </a:cubicBezTo>
                  <a:cubicBezTo>
                    <a:pt x="4464077" y="2596721"/>
                    <a:pt x="4413277" y="2605611"/>
                    <a:pt x="4432327" y="2577671"/>
                  </a:cubicBezTo>
                  <a:cubicBezTo>
                    <a:pt x="4644417" y="2549731"/>
                    <a:pt x="4702837" y="2359231"/>
                    <a:pt x="4800627" y="2252551"/>
                  </a:cubicBezTo>
                  <a:cubicBezTo>
                    <a:pt x="4804437" y="2248741"/>
                    <a:pt x="4820947" y="2238581"/>
                    <a:pt x="4823487" y="2236041"/>
                  </a:cubicBezTo>
                  <a:cubicBezTo>
                    <a:pt x="4958107" y="2154761"/>
                    <a:pt x="5124477" y="2143331"/>
                    <a:pt x="5227347" y="2031571"/>
                  </a:cubicBezTo>
                  <a:cubicBezTo>
                    <a:pt x="5266717" y="1946481"/>
                    <a:pt x="5370857" y="1838531"/>
                    <a:pt x="5255287" y="1768681"/>
                  </a:cubicBezTo>
                  <a:cubicBezTo>
                    <a:pt x="5267987" y="1750901"/>
                    <a:pt x="5261637" y="1726771"/>
                    <a:pt x="5248937" y="1700101"/>
                  </a:cubicBezTo>
                  <a:cubicBezTo>
                    <a:pt x="5196867" y="1714071"/>
                    <a:pt x="4956837" y="1667081"/>
                    <a:pt x="4903497" y="1645491"/>
                  </a:cubicBezTo>
                  <a:cubicBezTo>
                    <a:pt x="4914927" y="1618821"/>
                    <a:pt x="4890797" y="1592151"/>
                    <a:pt x="4897147" y="1576911"/>
                  </a:cubicBezTo>
                  <a:cubicBezTo>
                    <a:pt x="4946677" y="1574371"/>
                    <a:pt x="4960647" y="1555321"/>
                    <a:pt x="4989857" y="1543891"/>
                  </a:cubicBezTo>
                  <a:close/>
                </a:path>
              </a:pathLst>
            </a:custGeom>
            <a:blipFill>
              <a:blip r:embed="rId3"/>
              <a:stretch>
                <a:fillRect b="-3616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1546142" y="2693889"/>
            <a:ext cx="3910928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sz="65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Live  Demo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11546142" y="3819661"/>
            <a:ext cx="1587474" cy="0"/>
          </a:xfrm>
          <a:prstGeom prst="line">
            <a:avLst/>
          </a:prstGeom>
          <a:ln w="19050" cap="flat">
            <a:solidFill>
              <a:srgbClr val="FF54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10591800" y="4855837"/>
            <a:ext cx="639398" cy="575326"/>
          </a:xfrm>
          <a:custGeom>
            <a:avLst/>
            <a:gdLst/>
            <a:ahLst/>
            <a:cxnLst/>
            <a:rect l="l" t="t" r="r" b="b"/>
            <a:pathLst>
              <a:path w="351730" h="351730">
                <a:moveTo>
                  <a:pt x="0" y="0"/>
                </a:moveTo>
                <a:lnTo>
                  <a:pt x="351731" y="0"/>
                </a:lnTo>
                <a:lnTo>
                  <a:pt x="351731" y="351730"/>
                </a:lnTo>
                <a:lnTo>
                  <a:pt x="0" y="351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503120" y="4892388"/>
            <a:ext cx="547017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14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Palatino Linotype" panose="02040502050505030304" pitchFamily="18" charset="0"/>
                <a:ea typeface="Open Sans"/>
                <a:cs typeface="Open Sans"/>
                <a:sym typeface="Open Sans"/>
              </a:rPr>
              <a:t>Hosted Project Link: [</a:t>
            </a:r>
            <a:r>
              <a:rPr lang="en-US" sz="2400" b="1" dirty="0">
                <a:solidFill>
                  <a:srgbClr val="FFFFFF"/>
                </a:solidFill>
                <a:latin typeface="Palatino Linotype" panose="02040502050505030304" pitchFamily="18" charset="0"/>
                <a:ea typeface="Open Sans"/>
                <a:cs typeface="Open Sans"/>
                <a:sym typeface="Open Sans"/>
                <a:hlinkClick r:id="rId6"/>
              </a:rPr>
              <a:t>https://theworldofrecipes.kesug.com</a:t>
            </a:r>
            <a:r>
              <a:rPr lang="en-US" sz="2400" b="1" dirty="0">
                <a:solidFill>
                  <a:srgbClr val="FFFFFF"/>
                </a:solidFill>
                <a:latin typeface="Palatino Linotype" panose="02040502050505030304" pitchFamily="18" charset="0"/>
                <a:ea typeface="Open Sans"/>
                <a:cs typeface="Open Sans"/>
                <a:sym typeface="Open Sans"/>
              </a:rPr>
              <a:t>]</a:t>
            </a:r>
          </a:p>
        </p:txBody>
      </p:sp>
      <p:sp>
        <p:nvSpPr>
          <p:cNvPr id="26" name="Freeform 26"/>
          <p:cNvSpPr/>
          <p:nvPr/>
        </p:nvSpPr>
        <p:spPr>
          <a:xfrm rot="-467201" flipH="1" flipV="1">
            <a:off x="13638648" y="8865172"/>
            <a:ext cx="2781892" cy="1801275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5"/>
                </a:moveTo>
                <a:lnTo>
                  <a:pt x="0" y="1801275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5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5950140" y="7152068"/>
            <a:ext cx="1529762" cy="1532955"/>
          </a:xfrm>
          <a:custGeom>
            <a:avLst/>
            <a:gdLst/>
            <a:ahLst/>
            <a:cxnLst/>
            <a:rect l="l" t="t" r="r" b="b"/>
            <a:pathLst>
              <a:path w="1529762" h="1532955">
                <a:moveTo>
                  <a:pt x="0" y="0"/>
                </a:moveTo>
                <a:lnTo>
                  <a:pt x="1529761" y="0"/>
                </a:lnTo>
                <a:lnTo>
                  <a:pt x="1529761" y="1532956"/>
                </a:lnTo>
                <a:lnTo>
                  <a:pt x="0" y="15329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5571063">
            <a:off x="17418631" y="1735507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8" y="0"/>
                </a:lnTo>
                <a:lnTo>
                  <a:pt x="1738738" y="1859613"/>
                </a:lnTo>
                <a:lnTo>
                  <a:pt x="0" y="18596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2862063" y="788899"/>
            <a:ext cx="1897490" cy="1686394"/>
          </a:xfrm>
          <a:custGeom>
            <a:avLst/>
            <a:gdLst/>
            <a:ahLst/>
            <a:cxnLst/>
            <a:rect l="l" t="t" r="r" b="b"/>
            <a:pathLst>
              <a:path w="1897490" h="1686394">
                <a:moveTo>
                  <a:pt x="0" y="0"/>
                </a:moveTo>
                <a:lnTo>
                  <a:pt x="1897490" y="0"/>
                </a:lnTo>
                <a:lnTo>
                  <a:pt x="1897490" y="1686394"/>
                </a:lnTo>
                <a:lnTo>
                  <a:pt x="0" y="16863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9" name="Freeform 20">
            <a:extLst>
              <a:ext uri="{FF2B5EF4-FFF2-40B4-BE49-F238E27FC236}">
                <a16:creationId xmlns:a16="http://schemas.microsoft.com/office/drawing/2014/main" id="{B6BF7F35-5428-0F86-3826-6E96F927C3BB}"/>
              </a:ext>
            </a:extLst>
          </p:cNvPr>
          <p:cNvSpPr/>
          <p:nvPr/>
        </p:nvSpPr>
        <p:spPr>
          <a:xfrm>
            <a:off x="17341783" y="470825"/>
            <a:ext cx="312377" cy="180611"/>
          </a:xfrm>
          <a:custGeom>
            <a:avLst/>
            <a:gdLst/>
            <a:ahLst/>
            <a:cxnLst/>
            <a:rect l="l" t="t" r="r" b="b"/>
            <a:pathLst>
              <a:path w="312377" h="180611">
                <a:moveTo>
                  <a:pt x="0" y="0"/>
                </a:moveTo>
                <a:lnTo>
                  <a:pt x="312377" y="0"/>
                </a:lnTo>
                <a:lnTo>
                  <a:pt x="312377" y="180610"/>
                </a:lnTo>
                <a:lnTo>
                  <a:pt x="0" y="180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91D6CCDB-7664-427E-28F3-B05B518EACB8}"/>
              </a:ext>
            </a:extLst>
          </p:cNvPr>
          <p:cNvSpPr txBox="1"/>
          <p:nvPr/>
        </p:nvSpPr>
        <p:spPr>
          <a:xfrm>
            <a:off x="6280150" y="481836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OVERVIEW</a:t>
            </a:r>
          </a:p>
        </p:txBody>
      </p:sp>
      <p:sp>
        <p:nvSpPr>
          <p:cNvPr id="41" name="TextBox 26">
            <a:extLst>
              <a:ext uri="{FF2B5EF4-FFF2-40B4-BE49-F238E27FC236}">
                <a16:creationId xmlns:a16="http://schemas.microsoft.com/office/drawing/2014/main" id="{250391B8-2113-AEFA-B913-1559B5F806EF}"/>
              </a:ext>
            </a:extLst>
          </p:cNvPr>
          <p:cNvSpPr txBox="1"/>
          <p:nvPr/>
        </p:nvSpPr>
        <p:spPr>
          <a:xfrm>
            <a:off x="7848600" y="482398"/>
            <a:ext cx="1486031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Key features</a:t>
            </a:r>
          </a:p>
        </p:txBody>
      </p:sp>
      <p:sp>
        <p:nvSpPr>
          <p:cNvPr id="42" name="TextBox 26">
            <a:extLst>
              <a:ext uri="{FF2B5EF4-FFF2-40B4-BE49-F238E27FC236}">
                <a16:creationId xmlns:a16="http://schemas.microsoft.com/office/drawing/2014/main" id="{5D665C52-744D-F92B-49B7-462B00BBFF26}"/>
              </a:ext>
            </a:extLst>
          </p:cNvPr>
          <p:cNvSpPr txBox="1"/>
          <p:nvPr/>
        </p:nvSpPr>
        <p:spPr>
          <a:xfrm>
            <a:off x="9589687" y="190500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Technical Implementation</a:t>
            </a: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19D30B87-7FA3-741A-2833-121DFEDE31AA}"/>
              </a:ext>
            </a:extLst>
          </p:cNvPr>
          <p:cNvSpPr txBox="1"/>
          <p:nvPr/>
        </p:nvSpPr>
        <p:spPr>
          <a:xfrm>
            <a:off x="11918950" y="486969"/>
            <a:ext cx="1339850" cy="23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Challenges</a:t>
            </a:r>
            <a:endParaRPr lang="en-US" sz="2400" dirty="0">
              <a:solidFill>
                <a:srgbClr val="FFFFFF"/>
              </a:solidFill>
              <a:latin typeface="Zuume Rough Bold"/>
              <a:sym typeface="Open Sans"/>
            </a:endParaRPr>
          </a:p>
        </p:txBody>
      </p:sp>
      <p:sp>
        <p:nvSpPr>
          <p:cNvPr id="44" name="TextBox 26">
            <a:extLst>
              <a:ext uri="{FF2B5EF4-FFF2-40B4-BE49-F238E27FC236}">
                <a16:creationId xmlns:a16="http://schemas.microsoft.com/office/drawing/2014/main" id="{8646D209-D35B-FECD-261F-93159DFC56E0}"/>
              </a:ext>
            </a:extLst>
          </p:cNvPr>
          <p:cNvSpPr txBox="1"/>
          <p:nvPr/>
        </p:nvSpPr>
        <p:spPr>
          <a:xfrm>
            <a:off x="13582025" y="183241"/>
            <a:ext cx="191651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Future Enhancements</a:t>
            </a:r>
          </a:p>
        </p:txBody>
      </p:sp>
      <p:sp>
        <p:nvSpPr>
          <p:cNvPr id="45" name="TextBox 26">
            <a:extLst>
              <a:ext uri="{FF2B5EF4-FFF2-40B4-BE49-F238E27FC236}">
                <a16:creationId xmlns:a16="http://schemas.microsoft.com/office/drawing/2014/main" id="{5869C310-F2A7-8A07-2657-C7A7A0D483AD}"/>
              </a:ext>
            </a:extLst>
          </p:cNvPr>
          <p:cNvSpPr txBox="1"/>
          <p:nvPr/>
        </p:nvSpPr>
        <p:spPr>
          <a:xfrm>
            <a:off x="15707448" y="356870"/>
            <a:ext cx="138149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Teamwork</a:t>
            </a:r>
          </a:p>
        </p:txBody>
      </p:sp>
      <p:sp>
        <p:nvSpPr>
          <p:cNvPr id="46" name="TextBox 22">
            <a:extLst>
              <a:ext uri="{FF2B5EF4-FFF2-40B4-BE49-F238E27FC236}">
                <a16:creationId xmlns:a16="http://schemas.microsoft.com/office/drawing/2014/main" id="{4613A184-C0EF-DB70-99D9-50EB49F64A5C}"/>
              </a:ext>
            </a:extLst>
          </p:cNvPr>
          <p:cNvSpPr txBox="1"/>
          <p:nvPr/>
        </p:nvSpPr>
        <p:spPr>
          <a:xfrm>
            <a:off x="1102843" y="541536"/>
            <a:ext cx="1926211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World of flavors</a:t>
            </a:r>
          </a:p>
        </p:txBody>
      </p:sp>
      <p:pic>
        <p:nvPicPr>
          <p:cNvPr id="47" name="صورة 46">
            <a:extLst>
              <a:ext uri="{FF2B5EF4-FFF2-40B4-BE49-F238E27FC236}">
                <a16:creationId xmlns:a16="http://schemas.microsoft.com/office/drawing/2014/main" id="{931E25C5-F173-7233-CD7B-4A724F3AFA2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9" y="247983"/>
            <a:ext cx="516395" cy="516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070965" y="8097878"/>
            <a:ext cx="434070" cy="1160422"/>
            <a:chOff x="0" y="0"/>
            <a:chExt cx="114323" cy="3056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23" cy="305626"/>
            </a:xfrm>
            <a:custGeom>
              <a:avLst/>
              <a:gdLst/>
              <a:ahLst/>
              <a:cxnLst/>
              <a:rect l="l" t="t" r="r" b="b"/>
              <a:pathLst>
                <a:path w="114323" h="305626">
                  <a:moveTo>
                    <a:pt x="57162" y="0"/>
                  </a:moveTo>
                  <a:lnTo>
                    <a:pt x="57162" y="0"/>
                  </a:lnTo>
                  <a:cubicBezTo>
                    <a:pt x="72322" y="0"/>
                    <a:pt x="86861" y="6022"/>
                    <a:pt x="97581" y="16742"/>
                  </a:cubicBezTo>
                  <a:cubicBezTo>
                    <a:pt x="108301" y="27462"/>
                    <a:pt x="114323" y="42001"/>
                    <a:pt x="114323" y="57162"/>
                  </a:cubicBezTo>
                  <a:lnTo>
                    <a:pt x="114323" y="248464"/>
                  </a:lnTo>
                  <a:cubicBezTo>
                    <a:pt x="114323" y="263624"/>
                    <a:pt x="108301" y="278164"/>
                    <a:pt x="97581" y="288883"/>
                  </a:cubicBezTo>
                  <a:cubicBezTo>
                    <a:pt x="86861" y="299603"/>
                    <a:pt x="72322" y="305626"/>
                    <a:pt x="57162" y="305626"/>
                  </a:cubicBezTo>
                  <a:lnTo>
                    <a:pt x="57162" y="305626"/>
                  </a:lnTo>
                  <a:cubicBezTo>
                    <a:pt x="42001" y="305626"/>
                    <a:pt x="27462" y="299603"/>
                    <a:pt x="16742" y="288883"/>
                  </a:cubicBezTo>
                  <a:cubicBezTo>
                    <a:pt x="6022" y="278164"/>
                    <a:pt x="0" y="263624"/>
                    <a:pt x="0" y="248464"/>
                  </a:cubicBezTo>
                  <a:lnTo>
                    <a:pt x="0" y="57162"/>
                  </a:lnTo>
                  <a:cubicBezTo>
                    <a:pt x="0" y="42001"/>
                    <a:pt x="6022" y="27462"/>
                    <a:pt x="16742" y="16742"/>
                  </a:cubicBezTo>
                  <a:cubicBezTo>
                    <a:pt x="27462" y="6022"/>
                    <a:pt x="42001" y="0"/>
                    <a:pt x="57162" y="0"/>
                  </a:cubicBezTo>
                  <a:close/>
                </a:path>
              </a:pathLst>
            </a:custGeom>
            <a:solidFill>
              <a:srgbClr val="FF54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4323" cy="343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168191" y="3643214"/>
            <a:ext cx="1210184" cy="4454664"/>
          </a:xfrm>
          <a:custGeom>
            <a:avLst/>
            <a:gdLst/>
            <a:ahLst/>
            <a:cxnLst/>
            <a:rect l="l" t="t" r="r" b="b"/>
            <a:pathLst>
              <a:path w="1210184" h="4454664">
                <a:moveTo>
                  <a:pt x="0" y="0"/>
                </a:moveTo>
                <a:lnTo>
                  <a:pt x="1210184" y="0"/>
                </a:lnTo>
                <a:lnTo>
                  <a:pt x="1210184" y="4454664"/>
                </a:lnTo>
                <a:lnTo>
                  <a:pt x="0" y="4454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000984">
            <a:off x="13114152" y="5226182"/>
            <a:ext cx="2229585" cy="6439233"/>
          </a:xfrm>
          <a:custGeom>
            <a:avLst/>
            <a:gdLst/>
            <a:ahLst/>
            <a:cxnLst/>
            <a:rect l="l" t="t" r="r" b="b"/>
            <a:pathLst>
              <a:path w="2229585" h="6439233">
                <a:moveTo>
                  <a:pt x="0" y="0"/>
                </a:moveTo>
                <a:lnTo>
                  <a:pt x="2229584" y="0"/>
                </a:lnTo>
                <a:lnTo>
                  <a:pt x="2229584" y="6439233"/>
                </a:lnTo>
                <a:lnTo>
                  <a:pt x="0" y="6439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700000" flipH="1">
            <a:off x="3368845" y="4793252"/>
            <a:ext cx="2229585" cy="6439233"/>
          </a:xfrm>
          <a:custGeom>
            <a:avLst/>
            <a:gdLst/>
            <a:ahLst/>
            <a:cxnLst/>
            <a:rect l="l" t="t" r="r" b="b"/>
            <a:pathLst>
              <a:path w="2229585" h="6439233">
                <a:moveTo>
                  <a:pt x="2229584" y="0"/>
                </a:moveTo>
                <a:lnTo>
                  <a:pt x="0" y="0"/>
                </a:lnTo>
                <a:lnTo>
                  <a:pt x="0" y="6439234"/>
                </a:lnTo>
                <a:lnTo>
                  <a:pt x="2229584" y="6439234"/>
                </a:lnTo>
                <a:lnTo>
                  <a:pt x="222958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0802646" y="3795614"/>
            <a:ext cx="1210184" cy="4454664"/>
          </a:xfrm>
          <a:custGeom>
            <a:avLst/>
            <a:gdLst/>
            <a:ahLst/>
            <a:cxnLst/>
            <a:rect l="l" t="t" r="r" b="b"/>
            <a:pathLst>
              <a:path w="1210184" h="4454664">
                <a:moveTo>
                  <a:pt x="1210184" y="0"/>
                </a:moveTo>
                <a:lnTo>
                  <a:pt x="0" y="0"/>
                </a:lnTo>
                <a:lnTo>
                  <a:pt x="0" y="4454664"/>
                </a:lnTo>
                <a:lnTo>
                  <a:pt x="1210184" y="4454664"/>
                </a:lnTo>
                <a:lnTo>
                  <a:pt x="121018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686907" y="3795614"/>
            <a:ext cx="2338769" cy="3841921"/>
          </a:xfrm>
          <a:custGeom>
            <a:avLst/>
            <a:gdLst/>
            <a:ahLst/>
            <a:cxnLst/>
            <a:rect l="l" t="t" r="r" b="b"/>
            <a:pathLst>
              <a:path w="2338769" h="3841921">
                <a:moveTo>
                  <a:pt x="0" y="0"/>
                </a:moveTo>
                <a:lnTo>
                  <a:pt x="2338769" y="0"/>
                </a:lnTo>
                <a:lnTo>
                  <a:pt x="2338769" y="3841920"/>
                </a:lnTo>
                <a:lnTo>
                  <a:pt x="0" y="384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2099205" y="3494458"/>
            <a:ext cx="2338769" cy="3841921"/>
          </a:xfrm>
          <a:custGeom>
            <a:avLst/>
            <a:gdLst/>
            <a:ahLst/>
            <a:cxnLst/>
            <a:rect l="l" t="t" r="r" b="b"/>
            <a:pathLst>
              <a:path w="2338769" h="3841921">
                <a:moveTo>
                  <a:pt x="2338769" y="0"/>
                </a:moveTo>
                <a:lnTo>
                  <a:pt x="0" y="0"/>
                </a:lnTo>
                <a:lnTo>
                  <a:pt x="0" y="3841920"/>
                </a:lnTo>
                <a:lnTo>
                  <a:pt x="2338769" y="3841920"/>
                </a:lnTo>
                <a:lnTo>
                  <a:pt x="2338769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674392" y="5061537"/>
            <a:ext cx="2361048" cy="2098382"/>
          </a:xfrm>
          <a:custGeom>
            <a:avLst/>
            <a:gdLst/>
            <a:ahLst/>
            <a:cxnLst/>
            <a:rect l="l" t="t" r="r" b="b"/>
            <a:pathLst>
              <a:path w="2361048" h="2098382">
                <a:moveTo>
                  <a:pt x="0" y="0"/>
                </a:moveTo>
                <a:lnTo>
                  <a:pt x="2361049" y="0"/>
                </a:lnTo>
                <a:lnTo>
                  <a:pt x="2361049" y="2098381"/>
                </a:lnTo>
                <a:lnTo>
                  <a:pt x="0" y="20983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5268951" flipH="1" flipV="1">
            <a:off x="16002181" y="4514781"/>
            <a:ext cx="2781892" cy="1801275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5"/>
                </a:moveTo>
                <a:lnTo>
                  <a:pt x="0" y="1801275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5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18747" y="1755553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0" y="0"/>
                </a:moveTo>
                <a:lnTo>
                  <a:pt x="937279" y="0"/>
                </a:lnTo>
                <a:lnTo>
                  <a:pt x="937279" y="939237"/>
                </a:lnTo>
                <a:lnTo>
                  <a:pt x="0" y="9392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5102531" y="7895764"/>
            <a:ext cx="1251877" cy="1254491"/>
          </a:xfrm>
          <a:custGeom>
            <a:avLst/>
            <a:gdLst/>
            <a:ahLst/>
            <a:cxnLst/>
            <a:rect l="l" t="t" r="r" b="b"/>
            <a:pathLst>
              <a:path w="1251877" h="1254491">
                <a:moveTo>
                  <a:pt x="1251877" y="0"/>
                </a:moveTo>
                <a:lnTo>
                  <a:pt x="0" y="0"/>
                </a:lnTo>
                <a:lnTo>
                  <a:pt x="0" y="1254490"/>
                </a:lnTo>
                <a:lnTo>
                  <a:pt x="1251877" y="1254490"/>
                </a:lnTo>
                <a:lnTo>
                  <a:pt x="1251877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5571063">
            <a:off x="15770799" y="1798865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8" y="0"/>
                </a:lnTo>
                <a:lnTo>
                  <a:pt x="1738738" y="1859614"/>
                </a:lnTo>
                <a:lnTo>
                  <a:pt x="0" y="1859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4438069" flipH="1">
            <a:off x="1886023" y="8220451"/>
            <a:ext cx="1311195" cy="1402347"/>
          </a:xfrm>
          <a:custGeom>
            <a:avLst/>
            <a:gdLst/>
            <a:ahLst/>
            <a:cxnLst/>
            <a:rect l="l" t="t" r="r" b="b"/>
            <a:pathLst>
              <a:path w="1311195" h="1402347">
                <a:moveTo>
                  <a:pt x="1311194" y="0"/>
                </a:moveTo>
                <a:lnTo>
                  <a:pt x="0" y="0"/>
                </a:lnTo>
                <a:lnTo>
                  <a:pt x="0" y="1402347"/>
                </a:lnTo>
                <a:lnTo>
                  <a:pt x="1311194" y="1402347"/>
                </a:lnTo>
                <a:lnTo>
                  <a:pt x="1311194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 flipV="1">
            <a:off x="8350263" y="2804872"/>
            <a:ext cx="1587474" cy="0"/>
          </a:xfrm>
          <a:prstGeom prst="line">
            <a:avLst/>
          </a:prstGeom>
          <a:ln w="19050" cap="flat">
            <a:solidFill>
              <a:srgbClr val="FF54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5465410" y="1517013"/>
            <a:ext cx="7357180" cy="1177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THANK YOU FOR WATCHING</a:t>
            </a:r>
          </a:p>
        </p:txBody>
      </p:sp>
      <p:sp>
        <p:nvSpPr>
          <p:cNvPr id="28" name="Freeform 28"/>
          <p:cNvSpPr/>
          <p:nvPr/>
        </p:nvSpPr>
        <p:spPr>
          <a:xfrm>
            <a:off x="4270171" y="5143500"/>
            <a:ext cx="9958773" cy="6323821"/>
          </a:xfrm>
          <a:custGeom>
            <a:avLst/>
            <a:gdLst/>
            <a:ahLst/>
            <a:cxnLst/>
            <a:rect l="l" t="t" r="r" b="b"/>
            <a:pathLst>
              <a:path w="9958773" h="6323821">
                <a:moveTo>
                  <a:pt x="0" y="0"/>
                </a:moveTo>
                <a:lnTo>
                  <a:pt x="9958773" y="0"/>
                </a:lnTo>
                <a:lnTo>
                  <a:pt x="9958773" y="6323821"/>
                </a:lnTo>
                <a:lnTo>
                  <a:pt x="0" y="63238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1E432663-67BE-8CC1-89CF-3F9D44984DB0}"/>
              </a:ext>
            </a:extLst>
          </p:cNvPr>
          <p:cNvSpPr txBox="1"/>
          <p:nvPr/>
        </p:nvSpPr>
        <p:spPr>
          <a:xfrm>
            <a:off x="1102843" y="541536"/>
            <a:ext cx="1926211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Zuume Rough Bold"/>
                <a:sym typeface="Open Sans"/>
              </a:rPr>
              <a:t>World of flavors</a:t>
            </a:r>
          </a:p>
        </p:txBody>
      </p:sp>
      <p:pic>
        <p:nvPicPr>
          <p:cNvPr id="30" name="صورة 29">
            <a:extLst>
              <a:ext uri="{FF2B5EF4-FFF2-40B4-BE49-F238E27FC236}">
                <a16:creationId xmlns:a16="http://schemas.microsoft.com/office/drawing/2014/main" id="{FE689933-C4F3-E285-5962-E8598FC2666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29" y="247983"/>
            <a:ext cx="516395" cy="516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545</Words>
  <Application>Microsoft Office PowerPoint</Application>
  <PresentationFormat>مخصص</PresentationFormat>
  <Paragraphs>131</Paragraphs>
  <Slides>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6" baseType="lpstr">
      <vt:lpstr>Calibri</vt:lpstr>
      <vt:lpstr>Times New Roman</vt:lpstr>
      <vt:lpstr>Zuume Rough Bold</vt:lpstr>
      <vt:lpstr>Palatino Linotype</vt:lpstr>
      <vt:lpstr>Open Sans Bold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Modern Food Menu Presentation</dc:title>
  <dc:creator>AHMED</dc:creator>
  <cp:lastModifiedBy>AHMED</cp:lastModifiedBy>
  <cp:revision>5</cp:revision>
  <dcterms:created xsi:type="dcterms:W3CDTF">2006-08-16T00:00:00Z</dcterms:created>
  <dcterms:modified xsi:type="dcterms:W3CDTF">2025-12-13T08:24:31Z</dcterms:modified>
  <dc:identifier>DAG6kzRtN_U</dc:identifier>
</cp:coreProperties>
</file>